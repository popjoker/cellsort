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62" r:id="rId2"/>
    <p:sldId id="502" r:id="rId3"/>
    <p:sldId id="490" r:id="rId4"/>
    <p:sldId id="495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435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p Joker.HXR.com" initials="PJ" lastIdx="5" clrIdx="0">
    <p:extLst>
      <p:ext uri="{19B8F6BF-5375-455C-9EA6-DF929625EA0E}">
        <p15:presenceInfo xmlns:p15="http://schemas.microsoft.com/office/powerpoint/2012/main" userId="3a666b40251960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AB"/>
    <a:srgbClr val="FF4747"/>
    <a:srgbClr val="84C024"/>
    <a:srgbClr val="0D2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85" autoAdjust="0"/>
    <p:restoredTop sz="96271"/>
  </p:normalViewPr>
  <p:slideViewPr>
    <p:cSldViewPr snapToGrid="0" snapToObjects="1">
      <p:cViewPr varScale="1">
        <p:scale>
          <a:sx n="103" d="100"/>
          <a:sy n="103" d="100"/>
        </p:scale>
        <p:origin x="107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30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3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43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FB78-D83E-5097-52B4-FB8FF582A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F24680-0052-359B-F4AA-D114FFEA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00D752-C123-1BBB-7D03-4CB237BF9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3C69DE-E26F-EF68-095F-DAC990C06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833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A32B-3C8C-A2EA-F44E-17B7BABF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5CD3AE-F6F8-C4F6-0368-60C724296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78AE1F-0CF6-6C1B-2DFA-D44103F28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61865-0D3C-80BF-2446-55322DAE8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42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F35F-FFE8-3F50-7032-B5FEC466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88506F-C592-6057-0301-6ECF828F5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28D95C-4A4A-5723-7C91-2F588C638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09E5FA-2A87-4998-F11E-D23716D3C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204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E8214-0BDD-A27C-E447-4817234F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0935FF-5376-99E3-C0DA-64E2F88AB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9E4661-1726-A2EE-E7D0-E634BD76B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E884E5-9445-1836-2BBF-8FE301A17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5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C03E-747C-96DE-77DF-EFFF935C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A86A38-4799-222B-5C34-1758EB8CA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3D1971-07CC-FEEE-37D4-E92918014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85D27D-63F2-DA00-AA62-BA2FC80444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185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2E5F-337A-818F-A04A-651E7F9A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88A928-4297-E0E7-3F5D-829F66B46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7121B8-E959-EA31-016B-24FAB35B1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88D6A9-E744-2373-F871-97B5B651E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342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8114-A658-9BFD-3747-CCC0F872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4CC5CA-9BA4-7F00-C222-090D760CD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DB904-011B-7C85-3F8A-BB828C11C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23A14A-B2E6-A86A-70D8-11F2EDCF5D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562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2AE4-A035-F397-53D8-41B0108B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AAE235-4AD9-461A-5B63-D3474C3F9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B17A1E-AFBD-7DCD-6BF3-1EF5B94E8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43E69-75FC-98BB-8F60-EFF2BE67F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439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7D51-E903-656D-5C8A-1111963D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4B9DB3-0426-8A92-EBD3-1D54C868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BDA88B-56E1-DA04-D9EB-435E4CD77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25139E-57FA-9966-2324-85DDDD4E2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525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CDD8-E776-383B-B334-0ED1EE6D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38DFC4-F562-2310-09CD-459A25B97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1F0FC4-EF7D-B507-63B5-3F9BE442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6BA23-8D6C-AA48-2DCB-EB84ABE65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0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842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576DD48-A65A-CB43-9387-08FE341C961B}"/>
              </a:ext>
            </a:extLst>
          </p:cNvPr>
          <p:cNvGrpSpPr/>
          <p:nvPr userDrawn="1"/>
        </p:nvGrpSpPr>
        <p:grpSpPr>
          <a:xfrm>
            <a:off x="0" y="0"/>
            <a:ext cx="936227" cy="1245545"/>
            <a:chOff x="-2600" y="-2637"/>
            <a:chExt cx="2819567" cy="3751117"/>
          </a:xfrm>
        </p:grpSpPr>
        <p:sp>
          <p:nvSpPr>
            <p:cNvPr id="3" name="任意形状 2">
              <a:extLst>
                <a:ext uri="{FF2B5EF4-FFF2-40B4-BE49-F238E27FC236}">
                  <a16:creationId xmlns:a16="http://schemas.microsoft.com/office/drawing/2014/main" id="{CEB95650-0F93-E64F-9A26-F6AB54AD06FA}"/>
                </a:ext>
              </a:extLst>
            </p:cNvPr>
            <p:cNvSpPr/>
            <p:nvPr/>
          </p:nvSpPr>
          <p:spPr>
            <a:xfrm rot="16200000" flipH="1">
              <a:off x="-747859" y="742622"/>
              <a:ext cx="3751117" cy="2260600"/>
            </a:xfrm>
            <a:custGeom>
              <a:avLst/>
              <a:gdLst>
                <a:gd name="connsiteX0" fmla="*/ 0 w 3751117"/>
                <a:gd name="connsiteY0" fmla="*/ 0 h 2260600"/>
                <a:gd name="connsiteX1" fmla="*/ 0 w 3751117"/>
                <a:gd name="connsiteY1" fmla="*/ 2260600 h 2260600"/>
                <a:gd name="connsiteX2" fmla="*/ 1759727 w 3751117"/>
                <a:gd name="connsiteY2" fmla="*/ 500873 h 2260600"/>
                <a:gd name="connsiteX3" fmla="*/ 3260894 w 3751117"/>
                <a:gd name="connsiteY3" fmla="*/ 500873 h 2260600"/>
                <a:gd name="connsiteX4" fmla="*/ 3751117 w 3751117"/>
                <a:gd name="connsiteY4" fmla="*/ 3033 h 2260600"/>
                <a:gd name="connsiteX5" fmla="*/ 2257567 w 3751117"/>
                <a:gd name="connsiteY5" fmla="*/ 3033 h 2260600"/>
                <a:gd name="connsiteX6" fmla="*/ 2260600 w 3751117"/>
                <a:gd name="connsiteY6" fmla="*/ 0 h 226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1117" h="2260600">
                  <a:moveTo>
                    <a:pt x="0" y="0"/>
                  </a:moveTo>
                  <a:lnTo>
                    <a:pt x="0" y="2260600"/>
                  </a:lnTo>
                  <a:lnTo>
                    <a:pt x="1759727" y="500873"/>
                  </a:lnTo>
                  <a:lnTo>
                    <a:pt x="3260894" y="500873"/>
                  </a:lnTo>
                  <a:lnTo>
                    <a:pt x="3751117" y="3033"/>
                  </a:lnTo>
                  <a:lnTo>
                    <a:pt x="2257567" y="3033"/>
                  </a:lnTo>
                  <a:lnTo>
                    <a:pt x="2260600" y="0"/>
                  </a:lnTo>
                  <a:close/>
                </a:path>
              </a:pathLst>
            </a:custGeom>
            <a:solidFill>
              <a:srgbClr val="0D2E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" name="平行四边形 3">
              <a:extLst>
                <a:ext uri="{FF2B5EF4-FFF2-40B4-BE49-F238E27FC236}">
                  <a16:creationId xmlns:a16="http://schemas.microsoft.com/office/drawing/2014/main" id="{2AE4214B-2838-934D-BD00-FE1A93756AF1}"/>
                </a:ext>
              </a:extLst>
            </p:cNvPr>
            <p:cNvSpPr/>
            <p:nvPr/>
          </p:nvSpPr>
          <p:spPr>
            <a:xfrm rot="16200000" flipH="1">
              <a:off x="-1223" y="2412565"/>
              <a:ext cx="1351280" cy="365760"/>
            </a:xfrm>
            <a:prstGeom prst="parallelogram">
              <a:avLst>
                <a:gd name="adj" fmla="val 111111"/>
              </a:avLst>
            </a:prstGeom>
            <a:solidFill>
              <a:srgbClr val="84C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斜纹 4">
              <a:extLst>
                <a:ext uri="{FF2B5EF4-FFF2-40B4-BE49-F238E27FC236}">
                  <a16:creationId xmlns:a16="http://schemas.microsoft.com/office/drawing/2014/main" id="{C3162F7D-B710-7843-B28A-06817529A2A7}"/>
                </a:ext>
              </a:extLst>
            </p:cNvPr>
            <p:cNvSpPr/>
            <p:nvPr/>
          </p:nvSpPr>
          <p:spPr>
            <a:xfrm>
              <a:off x="492006" y="0"/>
              <a:ext cx="2324961" cy="2324961"/>
            </a:xfrm>
            <a:prstGeom prst="diagStripe">
              <a:avLst>
                <a:gd name="adj" fmla="val 72186"/>
              </a:avLst>
            </a:prstGeom>
            <a:solidFill>
              <a:srgbClr val="84C024"/>
            </a:solidFill>
            <a:ln>
              <a:noFill/>
            </a:ln>
            <a:effectLst>
              <a:outerShdw blurRad="76200"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9FC52961-2FE8-A249-9A98-BD65CF5E5052}"/>
              </a:ext>
            </a:extLst>
          </p:cNvPr>
          <p:cNvCxnSpPr/>
          <p:nvPr userDrawn="1"/>
        </p:nvCxnSpPr>
        <p:spPr>
          <a:xfrm flipH="1">
            <a:off x="4137773" y="452253"/>
            <a:ext cx="7885485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436D23E-8DA1-EC42-85EA-3917D1D8B4E2}"/>
              </a:ext>
            </a:extLst>
          </p:cNvPr>
          <p:cNvCxnSpPr/>
          <p:nvPr userDrawn="1"/>
        </p:nvCxnSpPr>
        <p:spPr>
          <a:xfrm flipH="1">
            <a:off x="3667539" y="367439"/>
            <a:ext cx="835571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43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22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8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8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45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60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30BC1C42-76CA-614A-80DE-8C6AFAC43C83}"/>
              </a:ext>
            </a:extLst>
          </p:cNvPr>
          <p:cNvGrpSpPr/>
          <p:nvPr/>
        </p:nvGrpSpPr>
        <p:grpSpPr>
          <a:xfrm>
            <a:off x="-2600" y="-2637"/>
            <a:ext cx="3418532" cy="4547973"/>
            <a:chOff x="-2600" y="-2637"/>
            <a:chExt cx="2819567" cy="3751117"/>
          </a:xfrm>
        </p:grpSpPr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F12902A2-555B-9B46-A812-D1189F30009B}"/>
                </a:ext>
              </a:extLst>
            </p:cNvPr>
            <p:cNvSpPr/>
            <p:nvPr/>
          </p:nvSpPr>
          <p:spPr>
            <a:xfrm rot="16200000" flipH="1">
              <a:off x="-747859" y="742622"/>
              <a:ext cx="3751117" cy="2260600"/>
            </a:xfrm>
            <a:custGeom>
              <a:avLst/>
              <a:gdLst>
                <a:gd name="connsiteX0" fmla="*/ 0 w 3751117"/>
                <a:gd name="connsiteY0" fmla="*/ 0 h 2260600"/>
                <a:gd name="connsiteX1" fmla="*/ 0 w 3751117"/>
                <a:gd name="connsiteY1" fmla="*/ 2260600 h 2260600"/>
                <a:gd name="connsiteX2" fmla="*/ 1759727 w 3751117"/>
                <a:gd name="connsiteY2" fmla="*/ 500873 h 2260600"/>
                <a:gd name="connsiteX3" fmla="*/ 3260894 w 3751117"/>
                <a:gd name="connsiteY3" fmla="*/ 500873 h 2260600"/>
                <a:gd name="connsiteX4" fmla="*/ 3751117 w 3751117"/>
                <a:gd name="connsiteY4" fmla="*/ 3033 h 2260600"/>
                <a:gd name="connsiteX5" fmla="*/ 2257567 w 3751117"/>
                <a:gd name="connsiteY5" fmla="*/ 3033 h 2260600"/>
                <a:gd name="connsiteX6" fmla="*/ 2260600 w 3751117"/>
                <a:gd name="connsiteY6" fmla="*/ 0 h 226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1117" h="2260600">
                  <a:moveTo>
                    <a:pt x="0" y="0"/>
                  </a:moveTo>
                  <a:lnTo>
                    <a:pt x="0" y="2260600"/>
                  </a:lnTo>
                  <a:lnTo>
                    <a:pt x="1759727" y="500873"/>
                  </a:lnTo>
                  <a:lnTo>
                    <a:pt x="3260894" y="500873"/>
                  </a:lnTo>
                  <a:lnTo>
                    <a:pt x="3751117" y="3033"/>
                  </a:lnTo>
                  <a:lnTo>
                    <a:pt x="2257567" y="3033"/>
                  </a:lnTo>
                  <a:lnTo>
                    <a:pt x="2260600" y="0"/>
                  </a:lnTo>
                  <a:close/>
                </a:path>
              </a:pathLst>
            </a:custGeom>
            <a:solidFill>
              <a:srgbClr val="0D2E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7ED9B39-EE68-BB46-A463-87982C431D67}"/>
                </a:ext>
              </a:extLst>
            </p:cNvPr>
            <p:cNvSpPr/>
            <p:nvPr/>
          </p:nvSpPr>
          <p:spPr>
            <a:xfrm rot="16200000" flipH="1">
              <a:off x="-1223" y="2412565"/>
              <a:ext cx="1351280" cy="365760"/>
            </a:xfrm>
            <a:prstGeom prst="parallelogram">
              <a:avLst>
                <a:gd name="adj" fmla="val 111111"/>
              </a:avLst>
            </a:prstGeom>
            <a:solidFill>
              <a:srgbClr val="84C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斜纹 9">
              <a:extLst>
                <a:ext uri="{FF2B5EF4-FFF2-40B4-BE49-F238E27FC236}">
                  <a16:creationId xmlns:a16="http://schemas.microsoft.com/office/drawing/2014/main" id="{E84DEB9A-FC14-D446-B7B9-DC631E9AC289}"/>
                </a:ext>
              </a:extLst>
            </p:cNvPr>
            <p:cNvSpPr/>
            <p:nvPr/>
          </p:nvSpPr>
          <p:spPr>
            <a:xfrm>
              <a:off x="492006" y="0"/>
              <a:ext cx="2324961" cy="2324961"/>
            </a:xfrm>
            <a:prstGeom prst="diagStripe">
              <a:avLst>
                <a:gd name="adj" fmla="val 72186"/>
              </a:avLst>
            </a:prstGeom>
            <a:solidFill>
              <a:srgbClr val="84C024"/>
            </a:solidFill>
            <a:ln>
              <a:noFill/>
            </a:ln>
            <a:effectLst>
              <a:outerShdw blurRad="76200"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8DF8202-18EA-B045-8320-3F9B1F5E7DAD}"/>
              </a:ext>
            </a:extLst>
          </p:cNvPr>
          <p:cNvCxnSpPr/>
          <p:nvPr/>
        </p:nvCxnSpPr>
        <p:spPr>
          <a:xfrm flipH="1">
            <a:off x="613330" y="4039745"/>
            <a:ext cx="0" cy="1985664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7760673-C734-D140-872D-1A8149851500}"/>
              </a:ext>
            </a:extLst>
          </p:cNvPr>
          <p:cNvCxnSpPr/>
          <p:nvPr/>
        </p:nvCxnSpPr>
        <p:spPr>
          <a:xfrm>
            <a:off x="602922" y="6025409"/>
            <a:ext cx="874456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350799-7F44-364E-8FB9-973BB7D83A44}"/>
              </a:ext>
            </a:extLst>
          </p:cNvPr>
          <p:cNvCxnSpPr/>
          <p:nvPr/>
        </p:nvCxnSpPr>
        <p:spPr>
          <a:xfrm flipH="1">
            <a:off x="1039966" y="3576976"/>
            <a:ext cx="0" cy="2047467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A17C22F6-F473-F14D-9681-C503A152D83C}"/>
              </a:ext>
            </a:extLst>
          </p:cNvPr>
          <p:cNvCxnSpPr/>
          <p:nvPr/>
        </p:nvCxnSpPr>
        <p:spPr>
          <a:xfrm>
            <a:off x="327225" y="5624443"/>
            <a:ext cx="712741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06823FD-102A-644B-AE7A-658A76F475A8}"/>
              </a:ext>
            </a:extLst>
          </p:cNvPr>
          <p:cNvCxnSpPr/>
          <p:nvPr/>
        </p:nvCxnSpPr>
        <p:spPr>
          <a:xfrm flipH="1">
            <a:off x="328850" y="5624443"/>
            <a:ext cx="0" cy="64480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19FB8A5-2461-524D-A4ED-929F8232182B}"/>
              </a:ext>
            </a:extLst>
          </p:cNvPr>
          <p:cNvCxnSpPr/>
          <p:nvPr/>
        </p:nvCxnSpPr>
        <p:spPr>
          <a:xfrm>
            <a:off x="327225" y="6269249"/>
            <a:ext cx="875750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129137D-6D2A-D641-B428-E60D23EA70C7}"/>
              </a:ext>
            </a:extLst>
          </p:cNvPr>
          <p:cNvGrpSpPr/>
          <p:nvPr/>
        </p:nvGrpSpPr>
        <p:grpSpPr>
          <a:xfrm>
            <a:off x="8786010" y="2320789"/>
            <a:ext cx="3415930" cy="4544511"/>
            <a:chOff x="9372433" y="3114183"/>
            <a:chExt cx="2819567" cy="3751117"/>
          </a:xfrm>
        </p:grpSpPr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1ECC158B-7BAB-2140-B739-A52155276E70}"/>
                </a:ext>
              </a:extLst>
            </p:cNvPr>
            <p:cNvSpPr/>
            <p:nvPr/>
          </p:nvSpPr>
          <p:spPr>
            <a:xfrm rot="5400000" flipH="1">
              <a:off x="9186141" y="3859442"/>
              <a:ext cx="3751117" cy="2260600"/>
            </a:xfrm>
            <a:custGeom>
              <a:avLst/>
              <a:gdLst>
                <a:gd name="connsiteX0" fmla="*/ 0 w 3751117"/>
                <a:gd name="connsiteY0" fmla="*/ 0 h 2260600"/>
                <a:gd name="connsiteX1" fmla="*/ 0 w 3751117"/>
                <a:gd name="connsiteY1" fmla="*/ 2260600 h 2260600"/>
                <a:gd name="connsiteX2" fmla="*/ 1759727 w 3751117"/>
                <a:gd name="connsiteY2" fmla="*/ 500873 h 2260600"/>
                <a:gd name="connsiteX3" fmla="*/ 3260894 w 3751117"/>
                <a:gd name="connsiteY3" fmla="*/ 500873 h 2260600"/>
                <a:gd name="connsiteX4" fmla="*/ 3751117 w 3751117"/>
                <a:gd name="connsiteY4" fmla="*/ 3033 h 2260600"/>
                <a:gd name="connsiteX5" fmla="*/ 2257567 w 3751117"/>
                <a:gd name="connsiteY5" fmla="*/ 3033 h 2260600"/>
                <a:gd name="connsiteX6" fmla="*/ 2260600 w 3751117"/>
                <a:gd name="connsiteY6" fmla="*/ 0 h 226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1117" h="2260600">
                  <a:moveTo>
                    <a:pt x="0" y="0"/>
                  </a:moveTo>
                  <a:lnTo>
                    <a:pt x="0" y="2260600"/>
                  </a:lnTo>
                  <a:lnTo>
                    <a:pt x="1759727" y="500873"/>
                  </a:lnTo>
                  <a:lnTo>
                    <a:pt x="3260894" y="500873"/>
                  </a:lnTo>
                  <a:lnTo>
                    <a:pt x="3751117" y="3033"/>
                  </a:lnTo>
                  <a:lnTo>
                    <a:pt x="2257567" y="3033"/>
                  </a:lnTo>
                  <a:lnTo>
                    <a:pt x="2260600" y="0"/>
                  </a:lnTo>
                  <a:close/>
                </a:path>
              </a:pathLst>
            </a:custGeom>
            <a:solidFill>
              <a:srgbClr val="0D2E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98852F46-87FB-8348-A29D-A38FB0EEF308}"/>
                </a:ext>
              </a:extLst>
            </p:cNvPr>
            <p:cNvSpPr/>
            <p:nvPr/>
          </p:nvSpPr>
          <p:spPr>
            <a:xfrm rot="5400000" flipH="1">
              <a:off x="10839343" y="4079675"/>
              <a:ext cx="1351280" cy="365760"/>
            </a:xfrm>
            <a:prstGeom prst="parallelogram">
              <a:avLst>
                <a:gd name="adj" fmla="val 111111"/>
              </a:avLst>
            </a:prstGeom>
            <a:solidFill>
              <a:srgbClr val="84C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斜纹 28">
              <a:extLst>
                <a:ext uri="{FF2B5EF4-FFF2-40B4-BE49-F238E27FC236}">
                  <a16:creationId xmlns:a16="http://schemas.microsoft.com/office/drawing/2014/main" id="{C318F2CA-70BD-C84E-9A41-AE9F366ACFF5}"/>
                </a:ext>
              </a:extLst>
            </p:cNvPr>
            <p:cNvSpPr/>
            <p:nvPr/>
          </p:nvSpPr>
          <p:spPr>
            <a:xfrm rot="10800000">
              <a:off x="9372433" y="4533039"/>
              <a:ext cx="2324961" cy="2324961"/>
            </a:xfrm>
            <a:prstGeom prst="diagStripe">
              <a:avLst>
                <a:gd name="adj" fmla="val 72186"/>
              </a:avLst>
            </a:prstGeom>
            <a:solidFill>
              <a:srgbClr val="84C024"/>
            </a:solidFill>
            <a:ln>
              <a:noFill/>
            </a:ln>
            <a:effectLst>
              <a:outerShdw blurRad="76200" dist="508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C670DA9-2CE1-714D-9A29-88DEDE53C59B}"/>
              </a:ext>
            </a:extLst>
          </p:cNvPr>
          <p:cNvCxnSpPr/>
          <p:nvPr/>
        </p:nvCxnSpPr>
        <p:spPr>
          <a:xfrm flipH="1" flipV="1">
            <a:off x="11592782" y="611279"/>
            <a:ext cx="0" cy="2082225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43E68940-A78F-0746-AB56-DF5FC69A6DD9}"/>
              </a:ext>
            </a:extLst>
          </p:cNvPr>
          <p:cNvCxnSpPr/>
          <p:nvPr/>
        </p:nvCxnSpPr>
        <p:spPr>
          <a:xfrm flipH="1">
            <a:off x="3011557" y="611279"/>
            <a:ext cx="8581225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1006082E-249F-A843-B8FD-80C6DD6AE9F5}"/>
              </a:ext>
            </a:extLst>
          </p:cNvPr>
          <p:cNvCxnSpPr/>
          <p:nvPr/>
        </p:nvCxnSpPr>
        <p:spPr>
          <a:xfrm flipH="1" flipV="1">
            <a:off x="11151722" y="1012245"/>
            <a:ext cx="0" cy="2217972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69B16E60-CAB3-1442-B486-A8463A7AD534}"/>
              </a:ext>
            </a:extLst>
          </p:cNvPr>
          <p:cNvCxnSpPr/>
          <p:nvPr/>
        </p:nvCxnSpPr>
        <p:spPr>
          <a:xfrm flipH="1">
            <a:off x="11150228" y="1012245"/>
            <a:ext cx="82333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1228AA35-1AD8-EC43-8534-A5CBDC93D601}"/>
              </a:ext>
            </a:extLst>
          </p:cNvPr>
          <p:cNvCxnSpPr/>
          <p:nvPr/>
        </p:nvCxnSpPr>
        <p:spPr>
          <a:xfrm rot="10800000" flipH="1">
            <a:off x="11971935" y="367439"/>
            <a:ext cx="0" cy="64480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1FC7AEB8-1413-694B-88DA-CD0B7C465317}"/>
              </a:ext>
            </a:extLst>
          </p:cNvPr>
          <p:cNvCxnSpPr/>
          <p:nvPr/>
        </p:nvCxnSpPr>
        <p:spPr>
          <a:xfrm flipH="1">
            <a:off x="3330489" y="367439"/>
            <a:ext cx="868371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FF5BCE1-8611-C246-A257-2B1965640609}"/>
              </a:ext>
            </a:extLst>
          </p:cNvPr>
          <p:cNvGrpSpPr/>
          <p:nvPr/>
        </p:nvGrpSpPr>
        <p:grpSpPr>
          <a:xfrm>
            <a:off x="10707759" y="6391501"/>
            <a:ext cx="1119143" cy="198119"/>
            <a:chOff x="7388089" y="-566530"/>
            <a:chExt cx="1119143" cy="198119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C7A4E8B3-86E7-1D4F-BA25-80DEE9AE733E}"/>
                </a:ext>
              </a:extLst>
            </p:cNvPr>
            <p:cNvSpPr/>
            <p:nvPr/>
          </p:nvSpPr>
          <p:spPr>
            <a:xfrm>
              <a:off x="73947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4866E251-978F-104F-BCBC-6902D9F8C80A}"/>
                </a:ext>
              </a:extLst>
            </p:cNvPr>
            <p:cNvSpPr/>
            <p:nvPr/>
          </p:nvSpPr>
          <p:spPr>
            <a:xfrm>
              <a:off x="75471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3ACA8C04-A6AC-004A-AC8E-42155A56F41B}"/>
                </a:ext>
              </a:extLst>
            </p:cNvPr>
            <p:cNvSpPr/>
            <p:nvPr/>
          </p:nvSpPr>
          <p:spPr>
            <a:xfrm>
              <a:off x="76995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C449F52-ADFA-A74A-B68E-D434CAA26393}"/>
                </a:ext>
              </a:extLst>
            </p:cNvPr>
            <p:cNvSpPr/>
            <p:nvPr/>
          </p:nvSpPr>
          <p:spPr>
            <a:xfrm>
              <a:off x="78519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A9E3762-F0EB-8C48-A438-E4578A6C1338}"/>
                </a:ext>
              </a:extLst>
            </p:cNvPr>
            <p:cNvSpPr/>
            <p:nvPr/>
          </p:nvSpPr>
          <p:spPr>
            <a:xfrm>
              <a:off x="80043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CB927B06-5766-5A4D-A5C6-FAEA27D9F729}"/>
                </a:ext>
              </a:extLst>
            </p:cNvPr>
            <p:cNvSpPr/>
            <p:nvPr/>
          </p:nvSpPr>
          <p:spPr>
            <a:xfrm>
              <a:off x="81567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F4CC2163-0BB2-374C-A87F-8029E2338116}"/>
                </a:ext>
              </a:extLst>
            </p:cNvPr>
            <p:cNvSpPr/>
            <p:nvPr/>
          </p:nvSpPr>
          <p:spPr>
            <a:xfrm>
              <a:off x="83091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1EF087D5-002F-C044-A16F-E7C74FA84117}"/>
                </a:ext>
              </a:extLst>
            </p:cNvPr>
            <p:cNvSpPr/>
            <p:nvPr/>
          </p:nvSpPr>
          <p:spPr>
            <a:xfrm>
              <a:off x="84615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2BD52D38-4596-B74D-9B29-3ACE49C0C3B2}"/>
                </a:ext>
              </a:extLst>
            </p:cNvPr>
            <p:cNvSpPr/>
            <p:nvPr/>
          </p:nvSpPr>
          <p:spPr>
            <a:xfrm>
              <a:off x="73880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9A64ECAF-224A-4A4F-80E2-1B8CB34FDFB7}"/>
                </a:ext>
              </a:extLst>
            </p:cNvPr>
            <p:cNvSpPr/>
            <p:nvPr/>
          </p:nvSpPr>
          <p:spPr>
            <a:xfrm>
              <a:off x="75404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B2B07A3E-EFFF-2C4B-9B32-627DC41AD586}"/>
                </a:ext>
              </a:extLst>
            </p:cNvPr>
            <p:cNvSpPr/>
            <p:nvPr/>
          </p:nvSpPr>
          <p:spPr>
            <a:xfrm>
              <a:off x="76928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1E8936BE-B44D-1042-B9CD-E587A7862524}"/>
                </a:ext>
              </a:extLst>
            </p:cNvPr>
            <p:cNvSpPr/>
            <p:nvPr/>
          </p:nvSpPr>
          <p:spPr>
            <a:xfrm>
              <a:off x="78452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266465D2-05AE-F54C-A586-64CD4979F346}"/>
                </a:ext>
              </a:extLst>
            </p:cNvPr>
            <p:cNvSpPr/>
            <p:nvPr/>
          </p:nvSpPr>
          <p:spPr>
            <a:xfrm>
              <a:off x="79976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FDCB2504-B0EC-574B-A8D5-C7C430A1435A}"/>
                </a:ext>
              </a:extLst>
            </p:cNvPr>
            <p:cNvSpPr/>
            <p:nvPr/>
          </p:nvSpPr>
          <p:spPr>
            <a:xfrm>
              <a:off x="81500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D1349BBD-C85B-0D43-A275-978F1B650408}"/>
                </a:ext>
              </a:extLst>
            </p:cNvPr>
            <p:cNvSpPr/>
            <p:nvPr/>
          </p:nvSpPr>
          <p:spPr>
            <a:xfrm>
              <a:off x="83024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88780257-F1CA-2048-BDF4-F2A516BD5AA2}"/>
                </a:ext>
              </a:extLst>
            </p:cNvPr>
            <p:cNvSpPr/>
            <p:nvPr/>
          </p:nvSpPr>
          <p:spPr>
            <a:xfrm>
              <a:off x="84548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275B8134-35AE-44D2-A7CA-7C47E7C0EBE6}"/>
              </a:ext>
            </a:extLst>
          </p:cNvPr>
          <p:cNvGrpSpPr/>
          <p:nvPr/>
        </p:nvGrpSpPr>
        <p:grpSpPr>
          <a:xfrm>
            <a:off x="4357396" y="4626553"/>
            <a:ext cx="3477208" cy="658820"/>
            <a:chOff x="4694502" y="4534820"/>
            <a:chExt cx="3477208" cy="65882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0F36128-B3F0-134B-BF42-C72F29F903F8}"/>
                </a:ext>
              </a:extLst>
            </p:cNvPr>
            <p:cNvSpPr txBox="1"/>
            <p:nvPr/>
          </p:nvSpPr>
          <p:spPr>
            <a:xfrm>
              <a:off x="4720134" y="4583480"/>
              <a:ext cx="3425944" cy="57912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dist"/>
              <a:r>
                <a:rPr kumimoji="1" lang="zh-TW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報告者：</a:t>
              </a:r>
              <a:r>
                <a:rPr kumimoji="1"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杜品延</a:t>
              </a:r>
              <a:endParaRPr kumimoji="1"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AEA3F832-C1A8-8047-8A74-67127E70018E}"/>
                </a:ext>
              </a:extLst>
            </p:cNvPr>
            <p:cNvSpPr/>
            <p:nvPr/>
          </p:nvSpPr>
          <p:spPr>
            <a:xfrm>
              <a:off x="4694502" y="4534820"/>
              <a:ext cx="3477208" cy="658820"/>
            </a:xfrm>
            <a:prstGeom prst="round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C6548828-EA50-4E3F-9F94-3B3FAE9B9D1A}"/>
              </a:ext>
            </a:extLst>
          </p:cNvPr>
          <p:cNvGrpSpPr/>
          <p:nvPr/>
        </p:nvGrpSpPr>
        <p:grpSpPr>
          <a:xfrm>
            <a:off x="1097568" y="2347611"/>
            <a:ext cx="9996864" cy="2162778"/>
            <a:chOff x="1097568" y="1896419"/>
            <a:chExt cx="9996864" cy="2162778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0BF17BA-9DA2-F749-8581-5772597AE2F3}"/>
                </a:ext>
              </a:extLst>
            </p:cNvPr>
            <p:cNvSpPr txBox="1"/>
            <p:nvPr/>
          </p:nvSpPr>
          <p:spPr>
            <a:xfrm>
              <a:off x="1097568" y="2746604"/>
              <a:ext cx="9996864" cy="652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kumimoji="1" lang="en-US" altLang="zh-TW" sz="5400" b="1" dirty="0" err="1">
                  <a:solidFill>
                    <a:srgbClr val="0D2E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CellSort</a:t>
              </a:r>
              <a:r>
                <a:rPr kumimoji="1" lang="zh-TW" altLang="en-US" sz="5400" b="1" dirty="0">
                  <a:solidFill>
                    <a:srgbClr val="0D2E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電芯分選新舊版差異</a:t>
              </a:r>
              <a:endParaRPr kumimoji="1" lang="zh-TW" altLang="zh-TW" sz="5400" b="1" dirty="0">
                <a:solidFill>
                  <a:srgbClr val="0D2E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088A9EE1-A10C-504B-B574-977A328A271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096" y="3636581"/>
              <a:ext cx="719809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C25F3429-BDB0-8F49-9B69-C57C5127053E}"/>
                </a:ext>
              </a:extLst>
            </p:cNvPr>
            <p:cNvGrpSpPr/>
            <p:nvPr/>
          </p:nvGrpSpPr>
          <p:grpSpPr>
            <a:xfrm>
              <a:off x="3436254" y="2391416"/>
              <a:ext cx="5648480" cy="91440"/>
              <a:chOff x="3436254" y="1834885"/>
              <a:chExt cx="5648480" cy="91440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1E4E9CF4-3ED4-134D-8E43-2804EC88B1CE}"/>
                  </a:ext>
                </a:extLst>
              </p:cNvPr>
              <p:cNvGrpSpPr/>
              <p:nvPr/>
            </p:nvGrpSpPr>
            <p:grpSpPr>
              <a:xfrm>
                <a:off x="8647854" y="1834885"/>
                <a:ext cx="436880" cy="91440"/>
                <a:chOff x="9408160" y="2285156"/>
                <a:chExt cx="436880" cy="91440"/>
              </a:xfrm>
            </p:grpSpPr>
            <p:sp>
              <p:nvSpPr>
                <p:cNvPr id="62" name="菱形 61">
                  <a:extLst>
                    <a:ext uri="{FF2B5EF4-FFF2-40B4-BE49-F238E27FC236}">
                      <a16:creationId xmlns:a16="http://schemas.microsoft.com/office/drawing/2014/main" id="{F8142849-FEA5-DD42-98A0-97B03D9923F9}"/>
                    </a:ext>
                  </a:extLst>
                </p:cNvPr>
                <p:cNvSpPr/>
                <p:nvPr/>
              </p:nvSpPr>
              <p:spPr>
                <a:xfrm>
                  <a:off x="940816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3" name="菱形 62">
                  <a:extLst>
                    <a:ext uri="{FF2B5EF4-FFF2-40B4-BE49-F238E27FC236}">
                      <a16:creationId xmlns:a16="http://schemas.microsoft.com/office/drawing/2014/main" id="{97686B79-1BD8-4345-819E-BBA4C07CDD0B}"/>
                    </a:ext>
                  </a:extLst>
                </p:cNvPr>
                <p:cNvSpPr/>
                <p:nvPr/>
              </p:nvSpPr>
              <p:spPr>
                <a:xfrm>
                  <a:off x="958088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4" name="菱形 63">
                  <a:extLst>
                    <a:ext uri="{FF2B5EF4-FFF2-40B4-BE49-F238E27FC236}">
                      <a16:creationId xmlns:a16="http://schemas.microsoft.com/office/drawing/2014/main" id="{A74A75CA-BB0A-0142-BC1D-788FCDE2E150}"/>
                    </a:ext>
                  </a:extLst>
                </p:cNvPr>
                <p:cNvSpPr/>
                <p:nvPr/>
              </p:nvSpPr>
              <p:spPr>
                <a:xfrm>
                  <a:off x="975360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672AA486-3D15-F14E-8EB4-B5564EC1767D}"/>
                  </a:ext>
                </a:extLst>
              </p:cNvPr>
              <p:cNvGrpSpPr/>
              <p:nvPr/>
            </p:nvGrpSpPr>
            <p:grpSpPr>
              <a:xfrm>
                <a:off x="3436254" y="1834885"/>
                <a:ext cx="436880" cy="91440"/>
                <a:chOff x="9408160" y="2285156"/>
                <a:chExt cx="436880" cy="91440"/>
              </a:xfrm>
            </p:grpSpPr>
            <p:sp>
              <p:nvSpPr>
                <p:cNvPr id="67" name="菱形 66">
                  <a:extLst>
                    <a:ext uri="{FF2B5EF4-FFF2-40B4-BE49-F238E27FC236}">
                      <a16:creationId xmlns:a16="http://schemas.microsoft.com/office/drawing/2014/main" id="{674B6C2E-E2FC-F44A-AD61-2F591AB15564}"/>
                    </a:ext>
                  </a:extLst>
                </p:cNvPr>
                <p:cNvSpPr/>
                <p:nvPr/>
              </p:nvSpPr>
              <p:spPr>
                <a:xfrm>
                  <a:off x="940816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8" name="菱形 67">
                  <a:extLst>
                    <a:ext uri="{FF2B5EF4-FFF2-40B4-BE49-F238E27FC236}">
                      <a16:creationId xmlns:a16="http://schemas.microsoft.com/office/drawing/2014/main" id="{DFB75AD6-B64F-D649-B962-3376D5C14CD6}"/>
                    </a:ext>
                  </a:extLst>
                </p:cNvPr>
                <p:cNvSpPr/>
                <p:nvPr/>
              </p:nvSpPr>
              <p:spPr>
                <a:xfrm>
                  <a:off x="958088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9" name="菱形 68">
                  <a:extLst>
                    <a:ext uri="{FF2B5EF4-FFF2-40B4-BE49-F238E27FC236}">
                      <a16:creationId xmlns:a16="http://schemas.microsoft.com/office/drawing/2014/main" id="{762584B3-FD2C-CF43-B139-1EF4B8B62A24}"/>
                    </a:ext>
                  </a:extLst>
                </p:cNvPr>
                <p:cNvSpPr/>
                <p:nvPr/>
              </p:nvSpPr>
              <p:spPr>
                <a:xfrm>
                  <a:off x="9753600" y="2285156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2A7684A-C34B-BB46-B710-9C6984F315E0}"/>
                </a:ext>
              </a:extLst>
            </p:cNvPr>
            <p:cNvSpPr txBox="1"/>
            <p:nvPr/>
          </p:nvSpPr>
          <p:spPr>
            <a:xfrm>
              <a:off x="2966235" y="3693437"/>
              <a:ext cx="6259530" cy="36576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dist"/>
              <a:r>
                <a:rPr kumimoji="1"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………</a:t>
              </a:r>
              <a:endParaRPr kumimoji="1"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2CB42728-BCFE-4842-B71C-FDD0F63E1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95555" y="1896419"/>
              <a:ext cx="4129878" cy="728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750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B954-0467-3607-069B-81D13C25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923271-39BE-C227-E54A-609CD1975C19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34A8331A-967B-99AF-17D2-369451CB6AD6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3345619-C1A9-2FA8-C676-A33B1566E285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A6E87FE-89D8-6AE8-2EBC-403520D0DE2D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4946DAB-A3C3-0B92-FB89-1B3EB6F0AF22}"/>
              </a:ext>
            </a:extLst>
          </p:cNvPr>
          <p:cNvSpPr/>
          <p:nvPr/>
        </p:nvSpPr>
        <p:spPr>
          <a:xfrm>
            <a:off x="724886" y="2118049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/>
              <a:t>舊版流程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7E2A5FB-328A-5D72-EB57-72D8B3864CE5}"/>
              </a:ext>
            </a:extLst>
          </p:cNvPr>
          <p:cNvSpPr/>
          <p:nvPr/>
        </p:nvSpPr>
        <p:spPr>
          <a:xfrm>
            <a:off x="724886" y="4411022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新版流程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2475463-8A3F-00D7-7868-D05653545111}"/>
              </a:ext>
            </a:extLst>
          </p:cNvPr>
          <p:cNvSpPr/>
          <p:nvPr/>
        </p:nvSpPr>
        <p:spPr>
          <a:xfrm>
            <a:off x="1772816" y="3187434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IR</a:t>
            </a:r>
            <a:r>
              <a:rPr lang="zh-TW" altLang="en-US" sz="2400" dirty="0"/>
              <a:t>、</a:t>
            </a:r>
            <a:r>
              <a:rPr lang="en-US" altLang="zh-TW" sz="2400" dirty="0"/>
              <a:t>V</a:t>
            </a:r>
            <a:r>
              <a:rPr lang="zh-TW" altLang="en-US" sz="2400" dirty="0"/>
              <a:t>、</a:t>
            </a:r>
            <a:r>
              <a:rPr lang="en-US" altLang="zh-TW" sz="2400" dirty="0"/>
              <a:t>Day sort</a:t>
            </a:r>
            <a:endParaRPr lang="zh-TW" altLang="en-US" sz="2400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81B590B-C277-6B65-E4BF-0C494192D8F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72204" y="3644632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C3DED02-C04E-0FDA-E020-267915F93288}"/>
              </a:ext>
            </a:extLst>
          </p:cNvPr>
          <p:cNvSpPr/>
          <p:nvPr/>
        </p:nvSpPr>
        <p:spPr>
          <a:xfrm>
            <a:off x="4357396" y="3187434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一組一組分選</a:t>
            </a:r>
            <a:endParaRPr lang="en-US" altLang="zh-TW" sz="2000" dirty="0"/>
          </a:p>
          <a:p>
            <a:pPr algn="ctr"/>
            <a:r>
              <a:rPr lang="en-US" altLang="zh-TW" sz="2000" dirty="0"/>
              <a:t>IR</a:t>
            </a:r>
            <a:endParaRPr lang="zh-TW" altLang="en-US" sz="2400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432F960-2964-2B40-AD37-6A1CB73451B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456784" y="3644632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623E443D-A4C7-44F7-27D9-2BC741DF6EE9}"/>
              </a:ext>
            </a:extLst>
          </p:cNvPr>
          <p:cNvSpPr/>
          <p:nvPr/>
        </p:nvSpPr>
        <p:spPr>
          <a:xfrm>
            <a:off x="6941976" y="3165132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一組一組分選</a:t>
            </a:r>
            <a:endParaRPr lang="en-US" altLang="zh-TW" sz="2000" dirty="0"/>
          </a:p>
          <a:p>
            <a:pPr algn="ctr"/>
            <a:r>
              <a:rPr lang="el-GR" altLang="zh-TW" sz="2000" dirty="0"/>
              <a:t>Δ</a:t>
            </a:r>
            <a:r>
              <a:rPr lang="en-US" altLang="zh-TW" sz="2000" dirty="0"/>
              <a:t>V</a:t>
            </a:r>
            <a:r>
              <a:rPr lang="zh-TW" altLang="en-US" sz="2000" dirty="0"/>
              <a:t>與</a:t>
            </a:r>
            <a:r>
              <a:rPr lang="el-GR" altLang="zh-TW" sz="2000" dirty="0"/>
              <a:t>Δ</a:t>
            </a:r>
            <a:r>
              <a:rPr lang="en-US" altLang="zh-TW" sz="2000" dirty="0"/>
              <a:t>Day</a:t>
            </a:r>
            <a:endParaRPr lang="zh-TW" altLang="en-US" sz="2400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278C414-7954-AAF8-BF50-249A847A97E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041364" y="3622330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48DA635-760B-90FE-F199-5C4B4EAE5310}"/>
              </a:ext>
            </a:extLst>
          </p:cNvPr>
          <p:cNvSpPr/>
          <p:nvPr/>
        </p:nvSpPr>
        <p:spPr>
          <a:xfrm>
            <a:off x="9526556" y="3165132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被拆開就進失敗分選</a:t>
            </a:r>
            <a:endParaRPr lang="en-US" altLang="zh-TW" sz="2000" dirty="0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78366CD-E207-8B3A-35EE-94FC6528A61B}"/>
              </a:ext>
            </a:extLst>
          </p:cNvPr>
          <p:cNvSpPr/>
          <p:nvPr/>
        </p:nvSpPr>
        <p:spPr>
          <a:xfrm>
            <a:off x="1772816" y="5476767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V</a:t>
            </a:r>
            <a:r>
              <a:rPr lang="zh-TW" altLang="en-US" sz="2400" dirty="0"/>
              <a:t> </a:t>
            </a:r>
            <a:r>
              <a:rPr lang="en-US" altLang="zh-TW" sz="2400" dirty="0"/>
              <a:t>sort</a:t>
            </a:r>
            <a:endParaRPr lang="zh-TW" altLang="en-US" sz="2400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D7DA440-9C64-2D4A-9C07-A6E5E2A82AB5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3872204" y="5933965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2F08A871-CFE1-3FF1-22A4-50996F95C33A}"/>
              </a:ext>
            </a:extLst>
          </p:cNvPr>
          <p:cNvSpPr/>
          <p:nvPr/>
        </p:nvSpPr>
        <p:spPr>
          <a:xfrm>
            <a:off x="4357396" y="5476767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直接剔除 </a:t>
            </a:r>
            <a:r>
              <a:rPr lang="en-US" altLang="zh-TW" sz="2000" dirty="0"/>
              <a:t>IR</a:t>
            </a:r>
            <a:endParaRPr lang="zh-TW" altLang="en-US" sz="2400" dirty="0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017C1398-6664-4A39-DAB5-C0365AC7AF53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456784" y="5933965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F9807CB8-1402-0387-9502-37EE1E9B0E8F}"/>
              </a:ext>
            </a:extLst>
          </p:cNvPr>
          <p:cNvSpPr/>
          <p:nvPr/>
        </p:nvSpPr>
        <p:spPr>
          <a:xfrm>
            <a:off x="6941976" y="5454465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一次抓完後看 </a:t>
            </a:r>
            <a:r>
              <a:rPr lang="el-GR" altLang="zh-TW" sz="2000" dirty="0"/>
              <a:t>Δ</a:t>
            </a:r>
            <a:r>
              <a:rPr lang="en-US" altLang="zh-TW" sz="2000" dirty="0"/>
              <a:t>V/</a:t>
            </a:r>
            <a:r>
              <a:rPr lang="el-GR" altLang="zh-TW" sz="2000" dirty="0"/>
              <a:t>Δ</a:t>
            </a:r>
            <a:r>
              <a:rPr lang="en-US" altLang="zh-TW" sz="2000" dirty="0"/>
              <a:t>Day</a:t>
            </a:r>
            <a:endParaRPr lang="zh-TW" altLang="en-US" sz="2400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68786FB-1149-FE53-0E32-9F90BFAE4A47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041364" y="5911663"/>
            <a:ext cx="48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98F429F-1E20-E054-BF1F-B72B7C1CADE6}"/>
              </a:ext>
            </a:extLst>
          </p:cNvPr>
          <p:cNvSpPr/>
          <p:nvPr/>
        </p:nvSpPr>
        <p:spPr>
          <a:xfrm>
            <a:off x="9526556" y="5454465"/>
            <a:ext cx="2099388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成功後固定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21941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D418-CFB5-7665-5271-31436F8A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DD9286-FE0C-7FCA-135A-61619C48E035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2B9DFDE4-83AB-94B7-E16F-3B75E9CE99C5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B7F989F-CC30-85C1-1391-E08B3D9E4224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A275CB8-1582-92A2-3BA3-FC1A820B9182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1FC38C4-71A9-3674-2F0B-61F81BEF9418}"/>
              </a:ext>
            </a:extLst>
          </p:cNvPr>
          <p:cNvSpPr/>
          <p:nvPr/>
        </p:nvSpPr>
        <p:spPr>
          <a:xfrm>
            <a:off x="724886" y="2118049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/>
              <a:t>預排序方式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8124011-35AD-0A48-FF0E-82A95C76BE31}"/>
              </a:ext>
            </a:extLst>
          </p:cNvPr>
          <p:cNvSpPr/>
          <p:nvPr/>
        </p:nvSpPr>
        <p:spPr>
          <a:xfrm>
            <a:off x="6578902" y="2118049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dirty="0"/>
              <a:t>IR</a:t>
            </a:r>
            <a:r>
              <a:rPr lang="zh-TW" altLang="en-US" sz="4400" dirty="0"/>
              <a:t>（內阻）處理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6EF2FE4-63C4-9524-222B-C4DBBD33B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07451"/>
              </p:ext>
            </p:extLst>
          </p:nvPr>
        </p:nvGraphicFramePr>
        <p:xfrm>
          <a:off x="724886" y="3031267"/>
          <a:ext cx="4488024" cy="30225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0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舊版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新版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差異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1609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排序依據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Resistance → Voltage →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舊版先考慮內阻與日期</a:t>
                      </a:r>
                      <a:endParaRPr lang="en-US" altLang="zh-TW" dirty="0"/>
                    </a:p>
                    <a:p>
                      <a:pPr>
                        <a:buNone/>
                      </a:pPr>
                      <a:r>
                        <a:rPr lang="zh-TW" altLang="en-US" dirty="0"/>
                        <a:t>新版只看電壓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1005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確保分組時離群值最小化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減少</a:t>
                      </a:r>
                      <a:endParaRPr lang="en-US" altLang="zh-TW" dirty="0"/>
                    </a:p>
                    <a:p>
                      <a:pPr>
                        <a:buNone/>
                      </a:pPr>
                      <a:r>
                        <a:rPr lang="zh-TW" altLang="en-US" dirty="0"/>
                        <a:t>複雜度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減少不必要的分組過程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2D6F171A-991F-70D2-7288-8EC2FBB6D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761144"/>
              </p:ext>
            </p:extLst>
          </p:nvPr>
        </p:nvGraphicFramePr>
        <p:xfrm>
          <a:off x="6578902" y="3034372"/>
          <a:ext cx="4488024" cy="30194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0314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875565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509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舊版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新版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差異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1631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處理時機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分組時逐顆檢查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分組前剔除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新版將 </a:t>
                      </a:r>
                      <a:r>
                        <a:rPr lang="en-US" altLang="zh-TW" dirty="0"/>
                        <a:t>IR </a:t>
                      </a:r>
                      <a:r>
                        <a:rPr lang="zh-TW" altLang="en-US" dirty="0"/>
                        <a:t>過高電芯提前剔除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878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重試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每顆最多 </a:t>
                      </a:r>
                      <a:r>
                        <a:rPr lang="en-US" altLang="zh-TW"/>
                        <a:t>3 </a:t>
                      </a:r>
                      <a:r>
                        <a:rPr lang="zh-TW" altLang="en-US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過多反覆確認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新版取消重試機制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6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6F25-11D8-40B0-5540-0FB405CD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C682E7-CBAF-9974-FE16-EFE0E2FE03BE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44BF5F91-EC5D-59C3-D6EC-12E3FD5908F8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48E1A61-930F-46F8-4D8F-B5FF3F9F9F89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32914EF-BCAD-3543-A088-271238AE27BD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EFD2F422-8EC6-831F-2B90-7C115E2100D8}"/>
              </a:ext>
            </a:extLst>
          </p:cNvPr>
          <p:cNvSpPr/>
          <p:nvPr/>
        </p:nvSpPr>
        <p:spPr>
          <a:xfrm>
            <a:off x="987490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假設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F91CEF7A-77B4-DA23-42E4-547CD0E5F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869016"/>
              </p:ext>
            </p:extLst>
          </p:nvPr>
        </p:nvGraphicFramePr>
        <p:xfrm>
          <a:off x="987490" y="2993202"/>
          <a:ext cx="448802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331853"/>
                  </a:ext>
                </a:extLst>
              </a:tr>
            </a:tbl>
          </a:graphicData>
        </a:graphic>
      </p:graphicFrame>
      <p:sp>
        <p:nvSpPr>
          <p:cNvPr id="3" name="矩形: 圓角 2">
            <a:extLst>
              <a:ext uri="{FF2B5EF4-FFF2-40B4-BE49-F238E27FC236}">
                <a16:creationId xmlns:a16="http://schemas.microsoft.com/office/drawing/2014/main" id="{9E2EFE9B-D0E4-E676-8070-4BD7ADDA6084}"/>
              </a:ext>
            </a:extLst>
          </p:cNvPr>
          <p:cNvSpPr/>
          <p:nvPr/>
        </p:nvSpPr>
        <p:spPr>
          <a:xfrm>
            <a:off x="6560975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BED585-5E51-4AFC-5E70-D6C275DE8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72155"/>
              </p:ext>
            </p:extLst>
          </p:nvPr>
        </p:nvGraphicFramePr>
        <p:xfrm>
          <a:off x="6560975" y="2993202"/>
          <a:ext cx="448802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47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2A55-D74B-5DD1-A25E-FA2B1EDB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F89F27-42E6-1CFE-A2F6-A75E144706AD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63FBFA40-1307-2D4C-A573-584B410C3A94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32F25C4-37A3-5B70-3EBA-B0E635C16857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6F0C1F1-87F8-843B-69E3-B3D8254C28D5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8451E24-D18E-DE28-0CE0-4D6E50B55E84}"/>
              </a:ext>
            </a:extLst>
          </p:cNvPr>
          <p:cNvSpPr/>
          <p:nvPr/>
        </p:nvSpPr>
        <p:spPr>
          <a:xfrm>
            <a:off x="724885" y="2118050"/>
            <a:ext cx="9838339" cy="6683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TW" sz="4000" dirty="0"/>
              <a:t>Δ</a:t>
            </a:r>
            <a:r>
              <a:rPr lang="en-US" altLang="zh-TW" sz="4000" dirty="0"/>
              <a:t>V </a:t>
            </a:r>
            <a:r>
              <a:rPr lang="zh-TW" altLang="en-US" sz="4000" dirty="0"/>
              <a:t>與 </a:t>
            </a:r>
            <a:r>
              <a:rPr lang="el-GR" altLang="zh-TW" sz="4000" dirty="0"/>
              <a:t>Δ</a:t>
            </a:r>
            <a:r>
              <a:rPr lang="en-US" altLang="zh-TW" sz="4000" dirty="0"/>
              <a:t>Day </a:t>
            </a:r>
            <a:r>
              <a:rPr lang="zh-TW" altLang="en-US" sz="4000" dirty="0"/>
              <a:t>處理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ABCE010-B3C3-EED5-1235-634A51FDB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37317"/>
              </p:ext>
            </p:extLst>
          </p:nvPr>
        </p:nvGraphicFramePr>
        <p:xfrm>
          <a:off x="724886" y="2786436"/>
          <a:ext cx="9838340" cy="375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9585">
                  <a:extLst>
                    <a:ext uri="{9D8B030D-6E8A-4147-A177-3AD203B41FA5}">
                      <a16:colId xmlns:a16="http://schemas.microsoft.com/office/drawing/2014/main" val="3697399555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1020261430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1399844058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3326108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舊版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新版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差異說明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976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處理方式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每加入一顆電芯就計算 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ΔV/</a:t>
                      </a:r>
                      <a:r>
                        <a:rPr lang="en-US" altLang="zh-TW" sz="1800" kern="1200" dirty="0" err="1">
                          <a:solidFill>
                            <a:schemeClr val="dk1"/>
                          </a:solidFill>
                        </a:rPr>
                        <a:t>ΔDay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 →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違規踢出最離群 → 可重試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取前 </a:t>
                      </a:r>
                      <a:r>
                        <a:rPr lang="en-US" altLang="zh-TW" sz="1800" kern="1200" dirty="0" err="1">
                          <a:solidFill>
                            <a:schemeClr val="dk1"/>
                          </a:solidFill>
                        </a:rPr>
                        <a:t>groupSize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 顆作候選組 → 一次計算 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ΔV/</a:t>
                      </a:r>
                      <a:r>
                        <a:rPr lang="en-US" altLang="zh-TW" sz="1800" kern="1200" dirty="0" err="1">
                          <a:solidFill>
                            <a:schemeClr val="dk1"/>
                          </a:solidFill>
                        </a:rPr>
                        <a:t>ΔDay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 →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違規踢出最離群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新版簡化流程，去掉逐顆檢查與迴圈重試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8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離群電芯判斷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l-GR" sz="1800" kern="1200" dirty="0">
                          <a:solidFill>
                            <a:schemeClr val="dk1"/>
                          </a:solidFill>
                        </a:rPr>
                        <a:t>Δ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V →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偏離平均電壓最大；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</a:rPr>
                        <a:t>Δ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Day →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與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min/max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日期差最大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ΔV + </a:t>
                      </a:r>
                      <a:r>
                        <a:rPr lang="en-US" altLang="zh-TW" sz="1800" kern="1200" dirty="0" err="1">
                          <a:solidFill>
                            <a:schemeClr val="dk1"/>
                          </a:solidFill>
                        </a:rPr>
                        <a:t>ΔDay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綜合偏離最大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新版用綜合指標判斷最離群電芯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47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重試機制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有，最多 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999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次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無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新版更線性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53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</a:rPr>
                        <a:t>分組成功條件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group.Count == groupSize 且 ΔV/ΔDay 都合格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candidate 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無違規 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violation==false)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</a:rPr>
                        <a:t>判斷時機不同，但基本邏輯相同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446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85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B26C-1C11-A051-3E17-AF1F3581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6B085E-E0B7-EE9E-C68A-55A608C6B52F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1D585EF8-8DE4-5FD3-B8F1-13E3FB52F74C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CE1C84A-7B1F-B6C2-6033-B77EA9F1CBBC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88E8F0E-CEBB-E0FA-F707-6BA85AFC8570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E750B3AA-1C79-CF57-3323-206A92A36A02}"/>
              </a:ext>
            </a:extLst>
          </p:cNvPr>
          <p:cNvSpPr/>
          <p:nvPr/>
        </p:nvSpPr>
        <p:spPr>
          <a:xfrm>
            <a:off x="987490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假設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1C43D1-644E-B661-2641-A94265D0DCEF}"/>
              </a:ext>
            </a:extLst>
          </p:cNvPr>
          <p:cNvSpPr/>
          <p:nvPr/>
        </p:nvSpPr>
        <p:spPr>
          <a:xfrm>
            <a:off x="6560975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6F100E-5156-E080-DDA0-37F728874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82776"/>
              </p:ext>
            </p:extLst>
          </p:nvPr>
        </p:nvGraphicFramePr>
        <p:xfrm>
          <a:off x="987490" y="2993202"/>
          <a:ext cx="4488024" cy="3560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6576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9757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1409199-FE2E-CB27-DDFE-3CD7DE64E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251058"/>
              </p:ext>
            </p:extLst>
          </p:nvPr>
        </p:nvGraphicFramePr>
        <p:xfrm>
          <a:off x="6560975" y="2993202"/>
          <a:ext cx="4488024" cy="3560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0.4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0.3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6576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97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89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3EB0-8BF1-22B9-017A-749C4E55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0E1BA5-0302-A0F9-5CAD-72296CD70018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2A81B88D-EC6C-FE66-3FDD-64AED09EC7CA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9206C02-843E-FF99-E3FF-164233F23973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4DBDF0E-C52D-6E1C-DDA9-5490C0ACD369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5A6A6F3-A547-0959-7FC6-26A2F0C8EE2C}"/>
              </a:ext>
            </a:extLst>
          </p:cNvPr>
          <p:cNvSpPr/>
          <p:nvPr/>
        </p:nvSpPr>
        <p:spPr>
          <a:xfrm>
            <a:off x="987490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假設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BCF5D79-24CE-290F-3ED3-AACD83D7C743}"/>
              </a:ext>
            </a:extLst>
          </p:cNvPr>
          <p:cNvSpPr/>
          <p:nvPr/>
        </p:nvSpPr>
        <p:spPr>
          <a:xfrm>
            <a:off x="6560975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結果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330D9-95B8-487F-748B-06D4CE781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300826"/>
              </p:ext>
            </p:extLst>
          </p:nvPr>
        </p:nvGraphicFramePr>
        <p:xfrm>
          <a:off x="987490" y="3010975"/>
          <a:ext cx="4488024" cy="35600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0.4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6576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97570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9BEC5D7-D21F-3182-78BA-5B522133D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834596"/>
              </p:ext>
            </p:extLst>
          </p:nvPr>
        </p:nvGraphicFramePr>
        <p:xfrm>
          <a:off x="6560975" y="3010975"/>
          <a:ext cx="448802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IR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C.Day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6576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0.3</a:t>
                      </a:r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97570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815187E-B285-5236-F17D-A16D4814A697}"/>
              </a:ext>
            </a:extLst>
          </p:cNvPr>
          <p:cNvSpPr txBox="1"/>
          <p:nvPr/>
        </p:nvSpPr>
        <p:spPr>
          <a:xfrm>
            <a:off x="6560975" y="539546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(4+5+7)/3</a:t>
            </a:r>
          </a:p>
          <a:p>
            <a:pPr algn="ctr"/>
            <a:r>
              <a:rPr lang="en-US" altLang="zh-TW" dirty="0"/>
              <a:t>5.33…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56252F-B050-585A-036C-F260EA1FEE1A}"/>
              </a:ext>
            </a:extLst>
          </p:cNvPr>
          <p:cNvSpPr txBox="1"/>
          <p:nvPr/>
        </p:nvSpPr>
        <p:spPr>
          <a:xfrm>
            <a:off x="6560975" y="6144857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(4+2+2)/3</a:t>
            </a:r>
          </a:p>
          <a:p>
            <a:pPr algn="ctr"/>
            <a:r>
              <a:rPr lang="en-US" altLang="zh-TW" dirty="0"/>
              <a:t>2.666…</a:t>
            </a:r>
            <a:endParaRPr lang="zh-TW" alt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B756FDA-AC58-3BC2-CA3C-44648D324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465" y="5190021"/>
            <a:ext cx="26415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→ |4 - 2.667| = 1.333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→ |2 - 2.667| = 0.667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→ |2 - 2.667| = 0.667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43CA4D5-A187-E1B1-82CC-B9C57FB0D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465" y="6006358"/>
            <a:ext cx="30670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 1.333 + 1.333 = 2.666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5: 0.333 + 0.667 = 1.000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7: 1.667 + 0.667 = 2.334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4C1D7391-4D10-9171-633B-385BAA5A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987" y="786478"/>
            <a:ext cx="30314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groupSize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IRLimit = 0.7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VLimit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C.day limit = 2</a:t>
            </a:r>
          </a:p>
        </p:txBody>
      </p:sp>
    </p:spTree>
    <p:extLst>
      <p:ext uri="{BB962C8B-B14F-4D97-AF65-F5344CB8AC3E}">
        <p14:creationId xmlns:p14="http://schemas.microsoft.com/office/powerpoint/2010/main" val="81485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D0FA-94C5-75CF-FB87-4982F5D3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91BC810-A8F9-0BAC-8287-CDE255F91971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D78FAD11-FED5-630E-88A3-4C09B4701650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4276573-6165-6AAB-C86A-768AF9E25BC4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6A669F8-796B-DFAF-7FE7-174C8CFFF731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519030E-CBAC-6266-7733-609EB4AB2C8F}"/>
              </a:ext>
            </a:extLst>
          </p:cNvPr>
          <p:cNvSpPr/>
          <p:nvPr/>
        </p:nvSpPr>
        <p:spPr>
          <a:xfrm>
            <a:off x="724885" y="2118050"/>
            <a:ext cx="9838339" cy="6683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重新分選邏輯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F2830D-E22D-CCBE-0697-9F5BE05BE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33038"/>
              </p:ext>
            </p:extLst>
          </p:nvPr>
        </p:nvGraphicFramePr>
        <p:xfrm>
          <a:off x="724886" y="2786436"/>
          <a:ext cx="9838340" cy="38952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9585">
                  <a:extLst>
                    <a:ext uri="{9D8B030D-6E8A-4147-A177-3AD203B41FA5}">
                      <a16:colId xmlns:a16="http://schemas.microsoft.com/office/drawing/2014/main" val="3697399555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1020261430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1399844058"/>
                    </a:ext>
                  </a:extLst>
                </a:gridCol>
                <a:gridCol w="2459585">
                  <a:extLst>
                    <a:ext uri="{9D8B030D-6E8A-4147-A177-3AD203B41FA5}">
                      <a16:colId xmlns:a16="http://schemas.microsoft.com/office/drawing/2014/main" val="3326108185"/>
                    </a:ext>
                  </a:extLst>
                </a:gridCol>
              </a:tblGrid>
              <a:tr h="463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舊版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新版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差異說明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976800"/>
                  </a:ext>
                </a:extLst>
              </a:tr>
              <a:tr h="114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重新分選對象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被踢出的違規電芯，可重試最多 </a:t>
                      </a:r>
                      <a:r>
                        <a:rPr lang="en-US" altLang="zh-TW"/>
                        <a:t>3 </a:t>
                      </a:r>
                      <a:r>
                        <a:rPr lang="zh-TW" altLang="en-US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被踢出的最離群電芯，無上限，直到成功或尾端不足組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新版只踢一顆，其他候選組成員直接成功分組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847569"/>
                  </a:ext>
                </a:extLst>
              </a:tr>
              <a:tr h="800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成功組電芯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可能被拆解重試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一旦成功分組，不再重新分選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新版保證成功組穩定，提高完整組數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477999"/>
                  </a:ext>
                </a:extLst>
              </a:tr>
              <a:tr h="148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尾端不足組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最後不足 </a:t>
                      </a:r>
                      <a:r>
                        <a:rPr lang="en-US"/>
                        <a:t>groupSize </a:t>
                      </a:r>
                      <a:r>
                        <a:rPr lang="zh-TW" altLang="en-US"/>
                        <a:t>的電芯標記 </a:t>
                      </a:r>
                      <a:r>
                        <a:rPr lang="en-US"/>
                        <a:t>Reject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剩餘電芯不足 </a:t>
                      </a:r>
                      <a:r>
                        <a:rPr lang="en-US"/>
                        <a:t>groupSize </a:t>
                      </a:r>
                      <a:r>
                        <a:rPr lang="zh-TW" altLang="en-US"/>
                        <a:t>或無法組成有效組 → 全部標記 </a:t>
                      </a:r>
                      <a:r>
                        <a:rPr lang="en-US"/>
                        <a:t>Reject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新版判定更寬泛，尾端處理簡化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53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5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17A1-C7ED-243D-95F0-6282B56E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2C6CB2-50D4-BF54-B009-611F0ADA7247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95B7AD30-804D-821C-CA46-F5649F2524A0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F9EA314-22E1-04F2-9231-49A531BB491F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519077E-6716-DD17-0F06-2A1E2EFFC483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6D6518E-99D6-A68E-3623-805E2DC020ED}"/>
              </a:ext>
            </a:extLst>
          </p:cNvPr>
          <p:cNvSpPr/>
          <p:nvPr/>
        </p:nvSpPr>
        <p:spPr>
          <a:xfrm>
            <a:off x="987490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假設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3B10B528-7907-922D-2EF2-CA649CFF3240}"/>
              </a:ext>
            </a:extLst>
          </p:cNvPr>
          <p:cNvSpPr/>
          <p:nvPr/>
        </p:nvSpPr>
        <p:spPr>
          <a:xfrm>
            <a:off x="6560975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3FC3CC1-24E2-24D6-8D27-B346DA967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09768"/>
              </p:ext>
            </p:extLst>
          </p:nvPr>
        </p:nvGraphicFramePr>
        <p:xfrm>
          <a:off x="987490" y="2993201"/>
          <a:ext cx="4488024" cy="2812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C.day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54D78687-B337-5822-2211-CCB1BDCB5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987" y="786478"/>
            <a:ext cx="30314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groupSize = 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IR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1.0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V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C.day limit = 2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9B19843-388E-4C19-8775-347767441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180448"/>
              </p:ext>
            </p:extLst>
          </p:nvPr>
        </p:nvGraphicFramePr>
        <p:xfrm>
          <a:off x="6560975" y="2994853"/>
          <a:ext cx="4488024" cy="2812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C.day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36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934A-6C7C-F686-F63E-3FC7BC95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61A34A-DC75-5B7E-4A74-C7F166714749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B1813DEE-47EB-04BB-B957-8F1EF2C7CCE1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8C19B35-4B00-733D-B540-76DB36B46ED8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D780881-9502-2D31-2FFA-72BE69324070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D033320-F088-09DF-6CCF-DCCEE1C91570}"/>
              </a:ext>
            </a:extLst>
          </p:cNvPr>
          <p:cNvSpPr/>
          <p:nvPr/>
        </p:nvSpPr>
        <p:spPr>
          <a:xfrm>
            <a:off x="3851988" y="2215696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假設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FDD936D-B67B-A63A-2510-B72E55761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870907"/>
              </p:ext>
            </p:extLst>
          </p:nvPr>
        </p:nvGraphicFramePr>
        <p:xfrm>
          <a:off x="3851988" y="3130090"/>
          <a:ext cx="4488024" cy="2812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C.day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D872AAFD-7818-D426-3C84-FF372955A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987" y="786478"/>
            <a:ext cx="30314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groupSize = 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IR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1.0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V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C.day limit = 2</a:t>
            </a:r>
          </a:p>
        </p:txBody>
      </p:sp>
    </p:spTree>
    <p:extLst>
      <p:ext uri="{BB962C8B-B14F-4D97-AF65-F5344CB8AC3E}">
        <p14:creationId xmlns:p14="http://schemas.microsoft.com/office/powerpoint/2010/main" val="366584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D4E4-F970-57F1-CECE-765144C6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BB4E82-225F-8C1C-C53C-94B1056CA92A}"/>
              </a:ext>
            </a:extLst>
          </p:cNvPr>
          <p:cNvSpPr txBox="1"/>
          <p:nvPr/>
        </p:nvSpPr>
        <p:spPr>
          <a:xfrm>
            <a:off x="724886" y="176320"/>
            <a:ext cx="2694171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TW" altLang="en-US" sz="2800" dirty="0"/>
              <a:t>電芯分選方式</a:t>
            </a:r>
            <a:endParaRPr kumimoji="1" lang="zh-TW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ADE3F11A-3073-31A9-5FEC-449E644106F8}"/>
              </a:ext>
            </a:extLst>
          </p:cNvPr>
          <p:cNvSpPr txBox="1"/>
          <p:nvPr/>
        </p:nvSpPr>
        <p:spPr>
          <a:xfrm>
            <a:off x="2470869" y="1052451"/>
            <a:ext cx="7250263" cy="66838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電芯分選分選方式</a:t>
            </a:r>
            <a:r>
              <a:rPr kumimoji="1"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TC"/>
                <a:ea typeface="+mj-ea"/>
              </a:rPr>
              <a:t>_</a:t>
            </a:r>
            <a:endParaRPr kumimoji="1" lang="zh-TW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Source Han Sans TC"/>
              <a:ea typeface="+mj-ea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5E17770-7E8F-CA70-E9AA-343A275067C0}"/>
              </a:ext>
            </a:extLst>
          </p:cNvPr>
          <p:cNvCxnSpPr>
            <a:cxnSpLocks/>
          </p:cNvCxnSpPr>
          <p:nvPr/>
        </p:nvCxnSpPr>
        <p:spPr>
          <a:xfrm>
            <a:off x="1323194" y="1989780"/>
            <a:ext cx="4711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39AF19E-C118-FC0A-EEC9-42E83C12DE1C}"/>
              </a:ext>
            </a:extLst>
          </p:cNvPr>
          <p:cNvCxnSpPr>
            <a:cxnSpLocks/>
          </p:cNvCxnSpPr>
          <p:nvPr/>
        </p:nvCxnSpPr>
        <p:spPr>
          <a:xfrm>
            <a:off x="1323194" y="1763864"/>
            <a:ext cx="4043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821D638-E053-8137-F4CA-9570CCAFA2C3}"/>
              </a:ext>
            </a:extLst>
          </p:cNvPr>
          <p:cNvSpPr/>
          <p:nvPr/>
        </p:nvSpPr>
        <p:spPr>
          <a:xfrm>
            <a:off x="987490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舊版結果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E0A37F-3051-72BF-CF0C-768BA347727F}"/>
              </a:ext>
            </a:extLst>
          </p:cNvPr>
          <p:cNvSpPr/>
          <p:nvPr/>
        </p:nvSpPr>
        <p:spPr>
          <a:xfrm>
            <a:off x="6560975" y="2078807"/>
            <a:ext cx="4488024" cy="914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/>
              <a:t>新版結果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E6ACF76-12BB-FA37-732A-3456392F6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923320"/>
              </p:ext>
            </p:extLst>
          </p:nvPr>
        </p:nvGraphicFramePr>
        <p:xfrm>
          <a:off x="987490" y="2993201"/>
          <a:ext cx="4488024" cy="2812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C.day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DA85D7F8-823D-584A-BC70-21A9EE1C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987" y="786478"/>
            <a:ext cx="30314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groupSize = 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IR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1.0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V</a:t>
            </a:r>
            <a:r>
              <a:rPr lang="en-US" altLang="zh-TW" b="1" dirty="0">
                <a:latin typeface="Arial" panose="020B0604020202020204" pitchFamily="34" charset="0"/>
              </a:rPr>
              <a:t>L</a:t>
            </a:r>
            <a:r>
              <a:rPr lang="zh-TW" altLang="zh-TW" b="1" dirty="0">
                <a:latin typeface="Arial" panose="020B0604020202020204" pitchFamily="34" charset="0"/>
              </a:rPr>
              <a:t>imit =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Arial" panose="020B0604020202020204" pitchFamily="34" charset="0"/>
              </a:rPr>
              <a:t>C.day limit = 2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E3F0949-90AA-D87F-3873-261978457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08912"/>
              </p:ext>
            </p:extLst>
          </p:nvPr>
        </p:nvGraphicFramePr>
        <p:xfrm>
          <a:off x="6560975" y="2994853"/>
          <a:ext cx="4488024" cy="2812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4036">
                  <a:extLst>
                    <a:ext uri="{9D8B030D-6E8A-4147-A177-3AD203B41FA5}">
                      <a16:colId xmlns:a16="http://schemas.microsoft.com/office/drawing/2014/main" val="1487576048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858388947"/>
                    </a:ext>
                  </a:extLst>
                </a:gridCol>
                <a:gridCol w="1049124">
                  <a:extLst>
                    <a:ext uri="{9D8B030D-6E8A-4147-A177-3AD203B41FA5}">
                      <a16:colId xmlns:a16="http://schemas.microsoft.com/office/drawing/2014/main" val="1721005653"/>
                    </a:ext>
                  </a:extLst>
                </a:gridCol>
                <a:gridCol w="1122006">
                  <a:extLst>
                    <a:ext uri="{9D8B030D-6E8A-4147-A177-3AD203B41FA5}">
                      <a16:colId xmlns:a16="http://schemas.microsoft.com/office/drawing/2014/main" val="1985973636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C.day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92575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4151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488957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80770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284703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15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40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30BC1C42-76CA-614A-80DE-8C6AFAC43C83}"/>
              </a:ext>
            </a:extLst>
          </p:cNvPr>
          <p:cNvGrpSpPr/>
          <p:nvPr/>
        </p:nvGrpSpPr>
        <p:grpSpPr>
          <a:xfrm>
            <a:off x="-2600" y="-2637"/>
            <a:ext cx="3418532" cy="4547973"/>
            <a:chOff x="-2600" y="-2637"/>
            <a:chExt cx="2819567" cy="3751117"/>
          </a:xfrm>
        </p:grpSpPr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F12902A2-555B-9B46-A812-D1189F30009B}"/>
                </a:ext>
              </a:extLst>
            </p:cNvPr>
            <p:cNvSpPr/>
            <p:nvPr/>
          </p:nvSpPr>
          <p:spPr>
            <a:xfrm rot="16200000" flipH="1">
              <a:off x="-747859" y="742622"/>
              <a:ext cx="3751117" cy="2260600"/>
            </a:xfrm>
            <a:custGeom>
              <a:avLst/>
              <a:gdLst>
                <a:gd name="connsiteX0" fmla="*/ 0 w 3751117"/>
                <a:gd name="connsiteY0" fmla="*/ 0 h 2260600"/>
                <a:gd name="connsiteX1" fmla="*/ 0 w 3751117"/>
                <a:gd name="connsiteY1" fmla="*/ 2260600 h 2260600"/>
                <a:gd name="connsiteX2" fmla="*/ 1759727 w 3751117"/>
                <a:gd name="connsiteY2" fmla="*/ 500873 h 2260600"/>
                <a:gd name="connsiteX3" fmla="*/ 3260894 w 3751117"/>
                <a:gd name="connsiteY3" fmla="*/ 500873 h 2260600"/>
                <a:gd name="connsiteX4" fmla="*/ 3751117 w 3751117"/>
                <a:gd name="connsiteY4" fmla="*/ 3033 h 2260600"/>
                <a:gd name="connsiteX5" fmla="*/ 2257567 w 3751117"/>
                <a:gd name="connsiteY5" fmla="*/ 3033 h 2260600"/>
                <a:gd name="connsiteX6" fmla="*/ 2260600 w 3751117"/>
                <a:gd name="connsiteY6" fmla="*/ 0 h 226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1117" h="2260600">
                  <a:moveTo>
                    <a:pt x="0" y="0"/>
                  </a:moveTo>
                  <a:lnTo>
                    <a:pt x="0" y="2260600"/>
                  </a:lnTo>
                  <a:lnTo>
                    <a:pt x="1759727" y="500873"/>
                  </a:lnTo>
                  <a:lnTo>
                    <a:pt x="3260894" y="500873"/>
                  </a:lnTo>
                  <a:lnTo>
                    <a:pt x="3751117" y="3033"/>
                  </a:lnTo>
                  <a:lnTo>
                    <a:pt x="2257567" y="3033"/>
                  </a:lnTo>
                  <a:lnTo>
                    <a:pt x="2260600" y="0"/>
                  </a:lnTo>
                  <a:close/>
                </a:path>
              </a:pathLst>
            </a:custGeom>
            <a:solidFill>
              <a:srgbClr val="0D2E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7ED9B39-EE68-BB46-A463-87982C431D67}"/>
                </a:ext>
              </a:extLst>
            </p:cNvPr>
            <p:cNvSpPr/>
            <p:nvPr/>
          </p:nvSpPr>
          <p:spPr>
            <a:xfrm rot="16200000" flipH="1">
              <a:off x="-1223" y="2412565"/>
              <a:ext cx="1351280" cy="365760"/>
            </a:xfrm>
            <a:prstGeom prst="parallelogram">
              <a:avLst>
                <a:gd name="adj" fmla="val 111111"/>
              </a:avLst>
            </a:prstGeom>
            <a:solidFill>
              <a:srgbClr val="84C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斜纹 9">
              <a:extLst>
                <a:ext uri="{FF2B5EF4-FFF2-40B4-BE49-F238E27FC236}">
                  <a16:creationId xmlns:a16="http://schemas.microsoft.com/office/drawing/2014/main" id="{E84DEB9A-FC14-D446-B7B9-DC631E9AC289}"/>
                </a:ext>
              </a:extLst>
            </p:cNvPr>
            <p:cNvSpPr/>
            <p:nvPr/>
          </p:nvSpPr>
          <p:spPr>
            <a:xfrm>
              <a:off x="492006" y="0"/>
              <a:ext cx="2324961" cy="2324961"/>
            </a:xfrm>
            <a:prstGeom prst="diagStripe">
              <a:avLst>
                <a:gd name="adj" fmla="val 72186"/>
              </a:avLst>
            </a:prstGeom>
            <a:solidFill>
              <a:srgbClr val="84C024"/>
            </a:solidFill>
            <a:ln>
              <a:noFill/>
            </a:ln>
            <a:effectLst>
              <a:outerShdw blurRad="76200"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8DF8202-18EA-B045-8320-3F9B1F5E7DAD}"/>
              </a:ext>
            </a:extLst>
          </p:cNvPr>
          <p:cNvCxnSpPr/>
          <p:nvPr/>
        </p:nvCxnSpPr>
        <p:spPr>
          <a:xfrm flipH="1">
            <a:off x="613330" y="4039745"/>
            <a:ext cx="0" cy="1985664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7760673-C734-D140-872D-1A8149851500}"/>
              </a:ext>
            </a:extLst>
          </p:cNvPr>
          <p:cNvCxnSpPr/>
          <p:nvPr/>
        </p:nvCxnSpPr>
        <p:spPr>
          <a:xfrm>
            <a:off x="602922" y="6025409"/>
            <a:ext cx="874456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350799-7F44-364E-8FB9-973BB7D83A44}"/>
              </a:ext>
            </a:extLst>
          </p:cNvPr>
          <p:cNvCxnSpPr/>
          <p:nvPr/>
        </p:nvCxnSpPr>
        <p:spPr>
          <a:xfrm flipH="1">
            <a:off x="1039966" y="3576976"/>
            <a:ext cx="0" cy="2047467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A17C22F6-F473-F14D-9681-C503A152D83C}"/>
              </a:ext>
            </a:extLst>
          </p:cNvPr>
          <p:cNvCxnSpPr/>
          <p:nvPr/>
        </p:nvCxnSpPr>
        <p:spPr>
          <a:xfrm>
            <a:off x="327225" y="5624443"/>
            <a:ext cx="712741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06823FD-102A-644B-AE7A-658A76F475A8}"/>
              </a:ext>
            </a:extLst>
          </p:cNvPr>
          <p:cNvCxnSpPr/>
          <p:nvPr/>
        </p:nvCxnSpPr>
        <p:spPr>
          <a:xfrm flipH="1">
            <a:off x="328850" y="5624443"/>
            <a:ext cx="0" cy="64480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19FB8A5-2461-524D-A4ED-929F8232182B}"/>
              </a:ext>
            </a:extLst>
          </p:cNvPr>
          <p:cNvCxnSpPr/>
          <p:nvPr/>
        </p:nvCxnSpPr>
        <p:spPr>
          <a:xfrm>
            <a:off x="327225" y="6269249"/>
            <a:ext cx="875750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129137D-6D2A-D641-B428-E60D23EA70C7}"/>
              </a:ext>
            </a:extLst>
          </p:cNvPr>
          <p:cNvGrpSpPr/>
          <p:nvPr/>
        </p:nvGrpSpPr>
        <p:grpSpPr>
          <a:xfrm>
            <a:off x="8786010" y="2320789"/>
            <a:ext cx="3415930" cy="4544511"/>
            <a:chOff x="9372433" y="3114183"/>
            <a:chExt cx="2819567" cy="3751117"/>
          </a:xfrm>
        </p:grpSpPr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1ECC158B-7BAB-2140-B739-A52155276E70}"/>
                </a:ext>
              </a:extLst>
            </p:cNvPr>
            <p:cNvSpPr/>
            <p:nvPr/>
          </p:nvSpPr>
          <p:spPr>
            <a:xfrm rot="5400000" flipH="1">
              <a:off x="9186141" y="3859442"/>
              <a:ext cx="3751117" cy="2260600"/>
            </a:xfrm>
            <a:custGeom>
              <a:avLst/>
              <a:gdLst>
                <a:gd name="connsiteX0" fmla="*/ 0 w 3751117"/>
                <a:gd name="connsiteY0" fmla="*/ 0 h 2260600"/>
                <a:gd name="connsiteX1" fmla="*/ 0 w 3751117"/>
                <a:gd name="connsiteY1" fmla="*/ 2260600 h 2260600"/>
                <a:gd name="connsiteX2" fmla="*/ 1759727 w 3751117"/>
                <a:gd name="connsiteY2" fmla="*/ 500873 h 2260600"/>
                <a:gd name="connsiteX3" fmla="*/ 3260894 w 3751117"/>
                <a:gd name="connsiteY3" fmla="*/ 500873 h 2260600"/>
                <a:gd name="connsiteX4" fmla="*/ 3751117 w 3751117"/>
                <a:gd name="connsiteY4" fmla="*/ 3033 h 2260600"/>
                <a:gd name="connsiteX5" fmla="*/ 2257567 w 3751117"/>
                <a:gd name="connsiteY5" fmla="*/ 3033 h 2260600"/>
                <a:gd name="connsiteX6" fmla="*/ 2260600 w 3751117"/>
                <a:gd name="connsiteY6" fmla="*/ 0 h 226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1117" h="2260600">
                  <a:moveTo>
                    <a:pt x="0" y="0"/>
                  </a:moveTo>
                  <a:lnTo>
                    <a:pt x="0" y="2260600"/>
                  </a:lnTo>
                  <a:lnTo>
                    <a:pt x="1759727" y="500873"/>
                  </a:lnTo>
                  <a:lnTo>
                    <a:pt x="3260894" y="500873"/>
                  </a:lnTo>
                  <a:lnTo>
                    <a:pt x="3751117" y="3033"/>
                  </a:lnTo>
                  <a:lnTo>
                    <a:pt x="2257567" y="3033"/>
                  </a:lnTo>
                  <a:lnTo>
                    <a:pt x="2260600" y="0"/>
                  </a:lnTo>
                  <a:close/>
                </a:path>
              </a:pathLst>
            </a:custGeom>
            <a:solidFill>
              <a:srgbClr val="0D2E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98852F46-87FB-8348-A29D-A38FB0EEF308}"/>
                </a:ext>
              </a:extLst>
            </p:cNvPr>
            <p:cNvSpPr/>
            <p:nvPr/>
          </p:nvSpPr>
          <p:spPr>
            <a:xfrm rot="5400000" flipH="1">
              <a:off x="10839343" y="4079675"/>
              <a:ext cx="1351280" cy="365760"/>
            </a:xfrm>
            <a:prstGeom prst="parallelogram">
              <a:avLst>
                <a:gd name="adj" fmla="val 111111"/>
              </a:avLst>
            </a:prstGeom>
            <a:solidFill>
              <a:srgbClr val="84C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斜纹 28">
              <a:extLst>
                <a:ext uri="{FF2B5EF4-FFF2-40B4-BE49-F238E27FC236}">
                  <a16:creationId xmlns:a16="http://schemas.microsoft.com/office/drawing/2014/main" id="{C318F2CA-70BD-C84E-9A41-AE9F366ACFF5}"/>
                </a:ext>
              </a:extLst>
            </p:cNvPr>
            <p:cNvSpPr/>
            <p:nvPr/>
          </p:nvSpPr>
          <p:spPr>
            <a:xfrm rot="10800000">
              <a:off x="9372433" y="4533039"/>
              <a:ext cx="2324961" cy="2324961"/>
            </a:xfrm>
            <a:prstGeom prst="diagStripe">
              <a:avLst>
                <a:gd name="adj" fmla="val 72186"/>
              </a:avLst>
            </a:prstGeom>
            <a:solidFill>
              <a:srgbClr val="84C024"/>
            </a:solidFill>
            <a:ln>
              <a:noFill/>
            </a:ln>
            <a:effectLst>
              <a:outerShdw blurRad="76200" dist="508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C670DA9-2CE1-714D-9A29-88DEDE53C59B}"/>
              </a:ext>
            </a:extLst>
          </p:cNvPr>
          <p:cNvCxnSpPr/>
          <p:nvPr/>
        </p:nvCxnSpPr>
        <p:spPr>
          <a:xfrm flipH="1" flipV="1">
            <a:off x="11592782" y="611279"/>
            <a:ext cx="0" cy="2082225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43E68940-A78F-0746-AB56-DF5FC69A6DD9}"/>
              </a:ext>
            </a:extLst>
          </p:cNvPr>
          <p:cNvCxnSpPr/>
          <p:nvPr/>
        </p:nvCxnSpPr>
        <p:spPr>
          <a:xfrm flipH="1">
            <a:off x="3011557" y="611279"/>
            <a:ext cx="8581225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1006082E-249F-A843-B8FD-80C6DD6AE9F5}"/>
              </a:ext>
            </a:extLst>
          </p:cNvPr>
          <p:cNvCxnSpPr/>
          <p:nvPr/>
        </p:nvCxnSpPr>
        <p:spPr>
          <a:xfrm flipH="1" flipV="1">
            <a:off x="11151722" y="1012245"/>
            <a:ext cx="0" cy="2217972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69B16E60-CAB3-1442-B486-A8463A7AD534}"/>
              </a:ext>
            </a:extLst>
          </p:cNvPr>
          <p:cNvCxnSpPr/>
          <p:nvPr/>
        </p:nvCxnSpPr>
        <p:spPr>
          <a:xfrm flipH="1">
            <a:off x="11150228" y="1012245"/>
            <a:ext cx="82333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1228AA35-1AD8-EC43-8534-A5CBDC93D601}"/>
              </a:ext>
            </a:extLst>
          </p:cNvPr>
          <p:cNvCxnSpPr/>
          <p:nvPr/>
        </p:nvCxnSpPr>
        <p:spPr>
          <a:xfrm rot="10800000" flipH="1">
            <a:off x="11971935" y="367439"/>
            <a:ext cx="0" cy="64480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1FC7AEB8-1413-694B-88DA-CD0B7C465317}"/>
              </a:ext>
            </a:extLst>
          </p:cNvPr>
          <p:cNvCxnSpPr/>
          <p:nvPr/>
        </p:nvCxnSpPr>
        <p:spPr>
          <a:xfrm flipH="1">
            <a:off x="3330489" y="367439"/>
            <a:ext cx="868371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FF5BCE1-8611-C246-A257-2B1965640609}"/>
              </a:ext>
            </a:extLst>
          </p:cNvPr>
          <p:cNvGrpSpPr/>
          <p:nvPr/>
        </p:nvGrpSpPr>
        <p:grpSpPr>
          <a:xfrm>
            <a:off x="10707759" y="6391501"/>
            <a:ext cx="1119143" cy="198119"/>
            <a:chOff x="7388089" y="-566530"/>
            <a:chExt cx="1119143" cy="198119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C7A4E8B3-86E7-1D4F-BA25-80DEE9AE733E}"/>
                </a:ext>
              </a:extLst>
            </p:cNvPr>
            <p:cNvSpPr/>
            <p:nvPr/>
          </p:nvSpPr>
          <p:spPr>
            <a:xfrm>
              <a:off x="73947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4866E251-978F-104F-BCBC-6902D9F8C80A}"/>
                </a:ext>
              </a:extLst>
            </p:cNvPr>
            <p:cNvSpPr/>
            <p:nvPr/>
          </p:nvSpPr>
          <p:spPr>
            <a:xfrm>
              <a:off x="75471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3ACA8C04-A6AC-004A-AC8E-42155A56F41B}"/>
                </a:ext>
              </a:extLst>
            </p:cNvPr>
            <p:cNvSpPr/>
            <p:nvPr/>
          </p:nvSpPr>
          <p:spPr>
            <a:xfrm>
              <a:off x="76995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C449F52-ADFA-A74A-B68E-D434CAA26393}"/>
                </a:ext>
              </a:extLst>
            </p:cNvPr>
            <p:cNvSpPr/>
            <p:nvPr/>
          </p:nvSpPr>
          <p:spPr>
            <a:xfrm>
              <a:off x="78519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A9E3762-F0EB-8C48-A438-E4578A6C1338}"/>
                </a:ext>
              </a:extLst>
            </p:cNvPr>
            <p:cNvSpPr/>
            <p:nvPr/>
          </p:nvSpPr>
          <p:spPr>
            <a:xfrm>
              <a:off x="80043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CB927B06-5766-5A4D-A5C6-FAEA27D9F729}"/>
                </a:ext>
              </a:extLst>
            </p:cNvPr>
            <p:cNvSpPr/>
            <p:nvPr/>
          </p:nvSpPr>
          <p:spPr>
            <a:xfrm>
              <a:off x="81567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F4CC2163-0BB2-374C-A87F-8029E2338116}"/>
                </a:ext>
              </a:extLst>
            </p:cNvPr>
            <p:cNvSpPr/>
            <p:nvPr/>
          </p:nvSpPr>
          <p:spPr>
            <a:xfrm>
              <a:off x="83091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1EF087D5-002F-C044-A16F-E7C74FA84117}"/>
                </a:ext>
              </a:extLst>
            </p:cNvPr>
            <p:cNvSpPr/>
            <p:nvPr/>
          </p:nvSpPr>
          <p:spPr>
            <a:xfrm>
              <a:off x="8461513" y="-5665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2BD52D38-4596-B74D-9B29-3ACE49C0C3B2}"/>
                </a:ext>
              </a:extLst>
            </p:cNvPr>
            <p:cNvSpPr/>
            <p:nvPr/>
          </p:nvSpPr>
          <p:spPr>
            <a:xfrm>
              <a:off x="73880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9A64ECAF-224A-4A4F-80E2-1B8CB34FDFB7}"/>
                </a:ext>
              </a:extLst>
            </p:cNvPr>
            <p:cNvSpPr/>
            <p:nvPr/>
          </p:nvSpPr>
          <p:spPr>
            <a:xfrm>
              <a:off x="75404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B2B07A3E-EFFF-2C4B-9B32-627DC41AD586}"/>
                </a:ext>
              </a:extLst>
            </p:cNvPr>
            <p:cNvSpPr/>
            <p:nvPr/>
          </p:nvSpPr>
          <p:spPr>
            <a:xfrm>
              <a:off x="76928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1E8936BE-B44D-1042-B9CD-E587A7862524}"/>
                </a:ext>
              </a:extLst>
            </p:cNvPr>
            <p:cNvSpPr/>
            <p:nvPr/>
          </p:nvSpPr>
          <p:spPr>
            <a:xfrm>
              <a:off x="78452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266465D2-05AE-F54C-A586-64CD4979F346}"/>
                </a:ext>
              </a:extLst>
            </p:cNvPr>
            <p:cNvSpPr/>
            <p:nvPr/>
          </p:nvSpPr>
          <p:spPr>
            <a:xfrm>
              <a:off x="79976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FDCB2504-B0EC-574B-A8D5-C7C430A1435A}"/>
                </a:ext>
              </a:extLst>
            </p:cNvPr>
            <p:cNvSpPr/>
            <p:nvPr/>
          </p:nvSpPr>
          <p:spPr>
            <a:xfrm>
              <a:off x="81500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D1349BBD-C85B-0D43-A275-978F1B650408}"/>
                </a:ext>
              </a:extLst>
            </p:cNvPr>
            <p:cNvSpPr/>
            <p:nvPr/>
          </p:nvSpPr>
          <p:spPr>
            <a:xfrm>
              <a:off x="83024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88780257-F1CA-2048-BDF4-F2A516BD5AA2}"/>
                </a:ext>
              </a:extLst>
            </p:cNvPr>
            <p:cNvSpPr/>
            <p:nvPr/>
          </p:nvSpPr>
          <p:spPr>
            <a:xfrm>
              <a:off x="8454889" y="-41413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C6548828-EA50-4E3F-9F94-3B3FAE9B9D1A}"/>
              </a:ext>
            </a:extLst>
          </p:cNvPr>
          <p:cNvGrpSpPr/>
          <p:nvPr/>
        </p:nvGrpSpPr>
        <p:grpSpPr>
          <a:xfrm>
            <a:off x="3090814" y="2469394"/>
            <a:ext cx="5861539" cy="1618379"/>
            <a:chOff x="3090814" y="2018202"/>
            <a:chExt cx="5861539" cy="1618379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0BF17BA-9DA2-F749-8581-5772597AE2F3}"/>
                </a:ext>
              </a:extLst>
            </p:cNvPr>
            <p:cNvSpPr txBox="1"/>
            <p:nvPr/>
          </p:nvSpPr>
          <p:spPr>
            <a:xfrm>
              <a:off x="3249072" y="2694595"/>
              <a:ext cx="5703281" cy="8893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kumimoji="1" lang="zh-TW" altLang="en-US" sz="5400" b="1" dirty="0">
                  <a:solidFill>
                    <a:srgbClr val="0D2E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報告結束感謝聆聽</a:t>
              </a:r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088A9EE1-A10C-504B-B574-977A328A271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096" y="3636581"/>
              <a:ext cx="719809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C25F3429-BDB0-8F49-9B69-C57C5127053E}"/>
                </a:ext>
              </a:extLst>
            </p:cNvPr>
            <p:cNvGrpSpPr/>
            <p:nvPr/>
          </p:nvGrpSpPr>
          <p:grpSpPr>
            <a:xfrm>
              <a:off x="3090814" y="2513199"/>
              <a:ext cx="5648480" cy="91440"/>
              <a:chOff x="3090814" y="1956668"/>
              <a:chExt cx="5648480" cy="91440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1E4E9CF4-3ED4-134D-8E43-2804EC88B1CE}"/>
                  </a:ext>
                </a:extLst>
              </p:cNvPr>
              <p:cNvGrpSpPr/>
              <p:nvPr/>
            </p:nvGrpSpPr>
            <p:grpSpPr>
              <a:xfrm>
                <a:off x="8302414" y="1956668"/>
                <a:ext cx="436880" cy="91440"/>
                <a:chOff x="9062720" y="2406939"/>
                <a:chExt cx="436880" cy="91440"/>
              </a:xfrm>
            </p:grpSpPr>
            <p:sp>
              <p:nvSpPr>
                <p:cNvPr id="62" name="菱形 61">
                  <a:extLst>
                    <a:ext uri="{FF2B5EF4-FFF2-40B4-BE49-F238E27FC236}">
                      <a16:creationId xmlns:a16="http://schemas.microsoft.com/office/drawing/2014/main" id="{F8142849-FEA5-DD42-98A0-97B03D9923F9}"/>
                    </a:ext>
                  </a:extLst>
                </p:cNvPr>
                <p:cNvSpPr/>
                <p:nvPr/>
              </p:nvSpPr>
              <p:spPr>
                <a:xfrm>
                  <a:off x="906272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3" name="菱形 62">
                  <a:extLst>
                    <a:ext uri="{FF2B5EF4-FFF2-40B4-BE49-F238E27FC236}">
                      <a16:creationId xmlns:a16="http://schemas.microsoft.com/office/drawing/2014/main" id="{97686B79-1BD8-4345-819E-BBA4C07CDD0B}"/>
                    </a:ext>
                  </a:extLst>
                </p:cNvPr>
                <p:cNvSpPr/>
                <p:nvPr/>
              </p:nvSpPr>
              <p:spPr>
                <a:xfrm>
                  <a:off x="923544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4" name="菱形 63">
                  <a:extLst>
                    <a:ext uri="{FF2B5EF4-FFF2-40B4-BE49-F238E27FC236}">
                      <a16:creationId xmlns:a16="http://schemas.microsoft.com/office/drawing/2014/main" id="{A74A75CA-BB0A-0142-BC1D-788FCDE2E150}"/>
                    </a:ext>
                  </a:extLst>
                </p:cNvPr>
                <p:cNvSpPr/>
                <p:nvPr/>
              </p:nvSpPr>
              <p:spPr>
                <a:xfrm>
                  <a:off x="940816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672AA486-3D15-F14E-8EB4-B5564EC1767D}"/>
                  </a:ext>
                </a:extLst>
              </p:cNvPr>
              <p:cNvGrpSpPr/>
              <p:nvPr/>
            </p:nvGrpSpPr>
            <p:grpSpPr>
              <a:xfrm>
                <a:off x="3090814" y="1956668"/>
                <a:ext cx="436880" cy="91440"/>
                <a:chOff x="9062720" y="2406939"/>
                <a:chExt cx="436880" cy="91440"/>
              </a:xfrm>
            </p:grpSpPr>
            <p:sp>
              <p:nvSpPr>
                <p:cNvPr id="67" name="菱形 66">
                  <a:extLst>
                    <a:ext uri="{FF2B5EF4-FFF2-40B4-BE49-F238E27FC236}">
                      <a16:creationId xmlns:a16="http://schemas.microsoft.com/office/drawing/2014/main" id="{674B6C2E-E2FC-F44A-AD61-2F591AB15564}"/>
                    </a:ext>
                  </a:extLst>
                </p:cNvPr>
                <p:cNvSpPr/>
                <p:nvPr/>
              </p:nvSpPr>
              <p:spPr>
                <a:xfrm>
                  <a:off x="906272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8" name="菱形 67">
                  <a:extLst>
                    <a:ext uri="{FF2B5EF4-FFF2-40B4-BE49-F238E27FC236}">
                      <a16:creationId xmlns:a16="http://schemas.microsoft.com/office/drawing/2014/main" id="{DFB75AD6-B64F-D649-B962-3376D5C14CD6}"/>
                    </a:ext>
                  </a:extLst>
                </p:cNvPr>
                <p:cNvSpPr/>
                <p:nvPr/>
              </p:nvSpPr>
              <p:spPr>
                <a:xfrm>
                  <a:off x="923544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9" name="菱形 68">
                  <a:extLst>
                    <a:ext uri="{FF2B5EF4-FFF2-40B4-BE49-F238E27FC236}">
                      <a16:creationId xmlns:a16="http://schemas.microsoft.com/office/drawing/2014/main" id="{762584B3-FD2C-CF43-B139-1EF4B8B62A24}"/>
                    </a:ext>
                  </a:extLst>
                </p:cNvPr>
                <p:cNvSpPr/>
                <p:nvPr/>
              </p:nvSpPr>
              <p:spPr>
                <a:xfrm>
                  <a:off x="9408160" y="2406939"/>
                  <a:ext cx="91440" cy="91440"/>
                </a:xfrm>
                <a:prstGeom prst="diamond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</p:grpSp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2CB42728-BCFE-4842-B71C-FDD0F63E1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50115" y="2018202"/>
              <a:ext cx="4129878" cy="728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0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  <p:tag name="ISPRING_FIRST_PUBLISH" val="1"/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Arial"/>
      </a:majorFont>
      <a:minorFont>
        <a:latin typeface="Arial"/>
        <a:ea typeface="思源黑体 CN Regular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DengXian Light" panose="020F0302020204030204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DengXian" panose="020F0502020204030204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DengXian Light" panose="020F0302020204030204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DengXian" panose="020F0502020204030204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5812</TotalTime>
  <Words>1047</Words>
  <Application>Microsoft Office PowerPoint</Application>
  <PresentationFormat>寬螢幕</PresentationFormat>
  <Paragraphs>431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DengXian</vt:lpstr>
      <vt:lpstr>Source Han Sans TC</vt:lpstr>
      <vt:lpstr>微軟正黑體</vt:lpstr>
      <vt:lpstr>Arial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杜品延</cp:lastModifiedBy>
  <cp:revision>703</cp:revision>
  <dcterms:created xsi:type="dcterms:W3CDTF">2018-06-17T04:53:58Z</dcterms:created>
  <dcterms:modified xsi:type="dcterms:W3CDTF">2025-11-06T01:18:59Z</dcterms:modified>
</cp:coreProperties>
</file>
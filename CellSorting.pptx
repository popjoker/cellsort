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558ADD-9773-A735-BEDE-1D4FF6CB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688C3F-EC05-54DD-CBE8-8C628D86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0518F1-A891-CC58-3C60-16858D51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AFB56E-4A06-1320-E098-AAF45E66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212857-2A92-393C-5834-0465E497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70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4A8264-80A3-F470-6F28-F58C9531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D94C0A-F546-810D-9F92-5336913C1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C7EC95-46CB-CD5A-4BC8-1D6860D04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DEE3DB-B6D0-987F-DE2E-CC0266B8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25EDF8-04F3-686B-1522-CEAC3AD4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32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E54CC7-C2F2-30B3-3C81-AC954788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120222-A44B-C3CA-5EBD-F38DCD28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EF406B-EEE6-3366-06EA-5AFAA86D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A4E7ED-639F-49F1-89F5-EB30DE22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69BB47-9FDD-E375-7557-87453BEA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03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930C0F-D9F6-3B6F-DF5C-F77CFFD1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F2523E-C3BD-9D98-8431-9016CA334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92E8E1-68D6-04EC-1375-017FF9797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EE8DFE-B1FE-FFD7-3524-71900777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71B068-9416-EC88-FD91-37535CD5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731B2E-BD2B-792A-2525-22CC1A12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56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EAB742-2A01-F332-B924-CF9B6477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B5A7AA-137F-AF43-CD15-51E7168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E8C59D-C2BF-CD2D-85DF-1135DEF33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E9FBEA-9726-E05C-136A-EDA4B5485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E985714-D0D6-1FB8-BBA2-BFF527FEC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D2E21BE-6ACF-CE1C-5F51-96DD9EE8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C177E17-B370-3315-F195-1BE1A65A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0E0355-489D-7F7F-8875-E38F584C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79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7B406E-317F-E53D-A5FA-9586BF7D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F566A9-3875-E502-1906-C95020D4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6F5D47-25F9-315A-AA89-BC631C53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E9A9DF-A006-DBEA-6A6E-4EEE1061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12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0652020-C011-010C-D07B-21637E14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998B58-F86D-2E29-2561-F0D44BEF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2A1AFC-3BCF-77AB-B48D-32B3E185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03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92DEE-25DC-FFFB-C931-C9649E1F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17B2BA-01B9-01A5-E902-AE4B433A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7670B3-07EF-52BB-F729-A8E649E12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6AE982-77FF-374E-4EF7-3A7E58AF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0AEF26-1A05-6589-DFC6-573AC6AC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2C824E-1587-C73F-8DEF-05D5E70E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18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5661B6-D6C5-A2E7-E7ED-04B23CDF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D0C631-65BB-25C7-3ABC-E0C2F3DBA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BFDF86-3C1D-A637-DFEB-C301EC826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F14B5E-0FBB-9BBE-5F57-7840502E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57B180-A38B-2814-743B-50B812232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10753E-F853-7417-3480-C6F8A971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08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C91AF-68EA-26E9-1B5D-F60D7BDC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5ACFC5-F200-4ABE-496A-B1750337B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5E565F-3690-23E5-90E2-76C5A8A3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0BD898-1C2D-2503-B6FB-421ACD49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F9A608-5827-BA23-A4AA-34522CE7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9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F29A5CE-9FD6-C6EB-65C2-56281F000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521D3C-F784-7E64-862E-4CBA21011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D1DB3-2DAA-A7A6-4E59-2AF8229B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CBD058-068C-A24C-4EFA-99ABB47D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F9CCE6-CA64-CADC-02C4-8F29C381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64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A185865-1856-F018-F268-90AD966B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ACB7D2-8DB3-E2E2-0AC0-74B6EAC87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A84C44-B219-EFEC-0E8E-A56473EED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2FEFA-0177-4ACD-BF36-4DAFFA391858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8C0F08-78E9-273A-71B4-5832A6426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D7213B-FEF2-BC86-D359-8220BCF07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08A16-2B6C-4769-9C9A-FEF7E88D2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27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86CD8D4-9D10-06D5-9FA3-A0BE9BBF06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6BB0FA6-9DCA-B36F-2346-5A107915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11" y="1504823"/>
            <a:ext cx="9021434" cy="181000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850C04-FA21-867A-D222-209172FC30FE}"/>
              </a:ext>
            </a:extLst>
          </p:cNvPr>
          <p:cNvSpPr txBox="1"/>
          <p:nvPr/>
        </p:nvSpPr>
        <p:spPr>
          <a:xfrm>
            <a:off x="451808" y="625089"/>
            <a:ext cx="5644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GUS MOD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同一參數下表現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FC7FDD1-FEE1-59C1-8B88-DBB16219F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211" y="3609785"/>
            <a:ext cx="9240540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0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89AC7D3-0E92-F4C8-8F05-473B866C4B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F93521-DAD4-E009-7290-0FA5223D0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6211" y="1630615"/>
            <a:ext cx="10518681" cy="16176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BD9AED1-4B9B-5213-1136-0DC796EFA694}"/>
              </a:ext>
            </a:extLst>
          </p:cNvPr>
          <p:cNvSpPr txBox="1"/>
          <p:nvPr/>
        </p:nvSpPr>
        <p:spPr>
          <a:xfrm>
            <a:off x="451808" y="625089"/>
            <a:ext cx="5644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EVE MOD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同一參數下表現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1514851-36DB-F636-1B54-FDF5D76C4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6211" y="3668966"/>
            <a:ext cx="10527244" cy="16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0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杜品延</dc:creator>
  <cp:lastModifiedBy>杜品延</cp:lastModifiedBy>
  <cp:revision>1</cp:revision>
  <dcterms:created xsi:type="dcterms:W3CDTF">2025-11-04T09:40:10Z</dcterms:created>
  <dcterms:modified xsi:type="dcterms:W3CDTF">2025-11-04T09:50:32Z</dcterms:modified>
</cp:coreProperties>
</file>